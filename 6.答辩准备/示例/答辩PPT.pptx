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68" r:id="rId7"/>
    <p:sldId id="269" r:id="rId8"/>
    <p:sldId id="270" r:id="rId9"/>
    <p:sldId id="360" r:id="rId10"/>
    <p:sldId id="370" r:id="rId11"/>
    <p:sldId id="275" r:id="rId12"/>
    <p:sldId id="369" r:id="rId13"/>
    <p:sldId id="363" r:id="rId14"/>
    <p:sldId id="284" r:id="rId15"/>
    <p:sldId id="285" r:id="rId16"/>
    <p:sldId id="286" r:id="rId17"/>
    <p:sldId id="287" r:id="rId18"/>
    <p:sldId id="289" r:id="rId19"/>
    <p:sldId id="292" r:id="rId20"/>
    <p:sldId id="294" r:id="rId21"/>
    <p:sldId id="295" r:id="rId22"/>
    <p:sldId id="297" r:id="rId23"/>
    <p:sldId id="298" r:id="rId24"/>
    <p:sldId id="366" r:id="rId25"/>
    <p:sldId id="375" r:id="rId26"/>
    <p:sldId id="314"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0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440.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3"/>
            </p:custDataLst>
          </p:nvPr>
        </p:nvSpPr>
        <p:spPr>
          <a:xfrm>
            <a:off x="3244215" y="8782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任意多边形 36"/>
          <p:cNvSpPr/>
          <p:nvPr userDrawn="1">
            <p:custDataLst>
              <p:tags r:id="rId4"/>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1" name="任意多边形 57"/>
          <p:cNvSpPr/>
          <p:nvPr userDrawn="1">
            <p:custDataLst>
              <p:tags r:id="rId5"/>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cxnSp>
        <p:nvCxnSpPr>
          <p:cNvPr id="13" name="直接连接符 12"/>
          <p:cNvCxnSpPr/>
          <p:nvPr>
            <p:custDataLst>
              <p:tags r:id="rId6"/>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7"/>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ctrTitle"/>
            <p:custDataLst>
              <p:tags r:id="rId9"/>
            </p:custDataLst>
          </p:nvPr>
        </p:nvSpPr>
        <p:spPr>
          <a:xfrm>
            <a:off x="838200" y="2392090"/>
            <a:ext cx="10515600" cy="1063910"/>
          </a:xfrm>
        </p:spPr>
        <p:txBody>
          <a:bodyPr wrap="square" anchor="b">
            <a:normAutofit/>
          </a:bodyPr>
          <a:lstStyle>
            <a:lvl1pPr algn="ctr">
              <a:lnSpc>
                <a:spcPct val="100000"/>
              </a:lnSpc>
              <a:defRPr lang="zh-CN" altLang="en-US" sz="66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副标题 2"/>
          <p:cNvSpPr>
            <a:spLocks noGrp="1"/>
          </p:cNvSpPr>
          <p:nvPr userDrawn="1">
            <p:ph type="subTitle" idx="1" hasCustomPrompt="1"/>
            <p:custDataLst>
              <p:tags r:id="rId10"/>
            </p:custDataLst>
          </p:nvPr>
        </p:nvSpPr>
        <p:spPr>
          <a:xfrm>
            <a:off x="838200" y="3618560"/>
            <a:ext cx="10515600" cy="755848"/>
          </a:xfrm>
        </p:spPr>
        <p:txBody>
          <a:bodyPr wrap="square">
            <a:normAutofit/>
          </a:bodyPr>
          <a:lstStyle>
            <a:lvl1pPr marL="0" indent="0" algn="ctr">
              <a:lnSpc>
                <a:spcPct val="100000"/>
              </a:lnSpc>
              <a:buNone/>
              <a:defRPr lang="zh-CN" altLang="en-US" sz="1200" b="1" kern="1200" cap="all" spc="1000" baseline="0" dirty="0">
                <a:solidFill>
                  <a:schemeClr val="tx2"/>
                </a:solidFill>
                <a:uFillTx/>
                <a:latin typeface="+mn-ea"/>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2"/>
            </p:custDataLst>
          </p:nvPr>
        </p:nvSpPr>
        <p:spPr/>
        <p:txBody>
          <a:bodyPr>
            <a:normAutofit/>
          </a:bodyPr>
          <a:lstStyle/>
          <a:p>
            <a:endParaRPr lang="zh-CN" altLang="en-US" dirty="0"/>
          </a:p>
        </p:txBody>
      </p:sp>
      <p:sp>
        <p:nvSpPr>
          <p:cNvPr id="6" name="灯片编号占位符 5"/>
          <p:cNvSpPr>
            <a:spLocks noGrp="1"/>
          </p:cNvSpPr>
          <p:nvPr userDrawn="1">
            <p:ph type="sldNum" sz="quarter" idx="12"/>
            <p:custDataLst>
              <p:tags r:id="rId1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4"/>
            </p:custDataLst>
          </p:nvPr>
        </p:nvSpPr>
        <p:spPr>
          <a:xfrm>
            <a:off x="838198" y="504000"/>
            <a:ext cx="2880000" cy="504000"/>
          </a:xfrm>
        </p:spPr>
        <p:txBody>
          <a:bodyPr wrap="square" anchor="ctr">
            <a:normAutofit/>
          </a:bodyPr>
          <a:lstStyle>
            <a:lvl1pPr marL="0" indent="0">
              <a:lnSpc>
                <a:spcPct val="100000"/>
              </a:lnSpc>
              <a:buNone/>
              <a:defRPr sz="1400">
                <a:solidFill>
                  <a:schemeClr val="tx2"/>
                </a:solidFill>
              </a:defRPr>
            </a:lvl1pPr>
          </a:lstStyle>
          <a:p>
            <a:pPr lvl="0"/>
            <a:r>
              <a:rPr lang="zh-CN" altLang="en-US" dirty="0"/>
              <a:t>公司名</a:t>
            </a:r>
            <a:endParaRPr lang="zh-CN" altLang="en-US" dirty="0"/>
          </a:p>
        </p:txBody>
      </p:sp>
      <p:sp>
        <p:nvSpPr>
          <p:cNvPr id="14" name="日期时间占位符 7"/>
          <p:cNvSpPr>
            <a:spLocks noGrp="1"/>
          </p:cNvSpPr>
          <p:nvPr userDrawn="1">
            <p:ph type="body" sz="quarter" idx="14" hasCustomPrompt="1"/>
            <p:custDataLst>
              <p:tags r:id="rId15"/>
            </p:custDataLst>
          </p:nvPr>
        </p:nvSpPr>
        <p:spPr>
          <a:xfrm>
            <a:off x="6171525"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日期时间</a:t>
            </a:r>
            <a:endParaRPr lang="zh-CN" altLang="en-US" dirty="0"/>
          </a:p>
        </p:txBody>
      </p:sp>
      <p:sp>
        <p:nvSpPr>
          <p:cNvPr id="18" name="年号占位符 8"/>
          <p:cNvSpPr>
            <a:spLocks noGrp="1"/>
          </p:cNvSpPr>
          <p:nvPr userDrawn="1">
            <p:ph type="body" sz="quarter" idx="15" hasCustomPrompt="1"/>
            <p:custDataLst>
              <p:tags r:id="rId16"/>
            </p:custDataLst>
          </p:nvPr>
        </p:nvSpPr>
        <p:spPr>
          <a:xfrm>
            <a:off x="3991429" y="997167"/>
            <a:ext cx="4209142" cy="1359600"/>
          </a:xfrm>
        </p:spPr>
        <p:txBody>
          <a:bodyPr wrap="square" anchor="b" anchorCtr="0">
            <a:normAutofit/>
          </a:bodyPr>
          <a:lstStyle>
            <a:lvl1pPr marL="0" indent="0" algn="ctr">
              <a:lnSpc>
                <a:spcPct val="100000"/>
              </a:lnSpc>
              <a:buNone/>
              <a:defRPr lang="zh-CN" altLang="en-US" sz="6000" b="1" kern="1200" dirty="0">
                <a:ln w="12700">
                  <a:solidFill>
                    <a:schemeClr val="accent1"/>
                  </a:solidFill>
                </a:ln>
                <a:solidFill>
                  <a:schemeClr val="accent1">
                    <a:lumMod val="20000"/>
                    <a:lumOff val="80000"/>
                  </a:schemeClr>
                </a:solidFill>
                <a:effectLst/>
                <a:latin typeface="+mn-ea"/>
                <a:ea typeface="+mn-ea"/>
                <a:cs typeface="+mn-cs"/>
              </a:defRPr>
            </a:lvl1pPr>
          </a:lstStyle>
          <a:p>
            <a:pPr lvl="0"/>
            <a:r>
              <a:rPr lang="zh-CN" altLang="en-US" dirty="0"/>
              <a:t>年号</a:t>
            </a:r>
            <a:endParaRPr lang="zh-CN" altLang="en-US" dirty="0"/>
          </a:p>
        </p:txBody>
      </p:sp>
      <p:sp>
        <p:nvSpPr>
          <p:cNvPr id="24" name="署名占位符 10"/>
          <p:cNvSpPr>
            <a:spLocks noGrp="1"/>
          </p:cNvSpPr>
          <p:nvPr userDrawn="1">
            <p:ph type="body" sz="quarter" idx="17" hasCustomPrompt="1"/>
            <p:custDataLst>
              <p:tags r:id="rId17"/>
            </p:custDataLst>
          </p:nvPr>
        </p:nvSpPr>
        <p:spPr>
          <a:xfrm>
            <a:off x="3496310"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custDataLst>
              <p:tags r:id="rId3"/>
            </p:custDataLst>
          </p:nvPr>
        </p:nvSpPr>
        <p:spPr>
          <a:xfrm>
            <a:off x="1699895" y="2041906"/>
            <a:ext cx="2643505" cy="2643505"/>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 name="任意多边形 36"/>
          <p:cNvSpPr/>
          <p:nvPr userDrawn="1">
            <p:custDataLst>
              <p:tags r:id="rId4"/>
            </p:custDataLst>
          </p:nvPr>
        </p:nvSpPr>
        <p:spPr>
          <a:xfrm>
            <a:off x="0" y="5624503"/>
            <a:ext cx="7802117" cy="998185"/>
          </a:xfrm>
          <a:custGeom>
            <a:avLst/>
            <a:gdLst/>
            <a:ahLst/>
            <a:cxnLst>
              <a:cxn ang="3">
                <a:pos x="hc" y="t"/>
              </a:cxn>
              <a:cxn ang="cd2">
                <a:pos x="l" y="vc"/>
              </a:cxn>
              <a:cxn ang="cd4">
                <a:pos x="hc" y="b"/>
              </a:cxn>
              <a:cxn ang="0">
                <a:pos x="r" y="vc"/>
              </a:cxn>
            </a:cxnLst>
            <a:rect l="l" t="t" r="r" b="b"/>
            <a:pathLst>
              <a:path w="12287" h="1572">
                <a:moveTo>
                  <a:pt x="12287" y="1572"/>
                </a:moveTo>
                <a:lnTo>
                  <a:pt x="0" y="1572"/>
                </a:lnTo>
                <a:lnTo>
                  <a:pt x="0" y="510"/>
                </a:lnTo>
                <a:lnTo>
                  <a:pt x="83" y="482"/>
                </a:lnTo>
                <a:lnTo>
                  <a:pt x="444" y="378"/>
                </a:lnTo>
                <a:lnTo>
                  <a:pt x="805" y="288"/>
                </a:lnTo>
                <a:lnTo>
                  <a:pt x="1166" y="211"/>
                </a:lnTo>
                <a:lnTo>
                  <a:pt x="1526" y="147"/>
                </a:lnTo>
                <a:lnTo>
                  <a:pt x="1887" y="95"/>
                </a:lnTo>
                <a:lnTo>
                  <a:pt x="2248" y="55"/>
                </a:lnTo>
                <a:lnTo>
                  <a:pt x="2609" y="26"/>
                </a:lnTo>
                <a:lnTo>
                  <a:pt x="2970" y="8"/>
                </a:lnTo>
                <a:lnTo>
                  <a:pt x="3331" y="0"/>
                </a:lnTo>
                <a:lnTo>
                  <a:pt x="3692" y="2"/>
                </a:lnTo>
                <a:lnTo>
                  <a:pt x="4053" y="13"/>
                </a:lnTo>
                <a:lnTo>
                  <a:pt x="4414" y="32"/>
                </a:lnTo>
                <a:lnTo>
                  <a:pt x="4775" y="60"/>
                </a:lnTo>
                <a:lnTo>
                  <a:pt x="5136" y="95"/>
                </a:lnTo>
                <a:lnTo>
                  <a:pt x="5497" y="137"/>
                </a:lnTo>
                <a:lnTo>
                  <a:pt x="5858" y="186"/>
                </a:lnTo>
                <a:lnTo>
                  <a:pt x="6219" y="241"/>
                </a:lnTo>
                <a:lnTo>
                  <a:pt x="6580" y="301"/>
                </a:lnTo>
                <a:lnTo>
                  <a:pt x="6941" y="367"/>
                </a:lnTo>
                <a:lnTo>
                  <a:pt x="7301" y="436"/>
                </a:lnTo>
                <a:lnTo>
                  <a:pt x="7662" y="510"/>
                </a:lnTo>
                <a:lnTo>
                  <a:pt x="8023" y="587"/>
                </a:lnTo>
                <a:lnTo>
                  <a:pt x="8384" y="667"/>
                </a:lnTo>
                <a:lnTo>
                  <a:pt x="8745" y="749"/>
                </a:lnTo>
                <a:lnTo>
                  <a:pt x="9106" y="833"/>
                </a:lnTo>
                <a:lnTo>
                  <a:pt x="9467" y="919"/>
                </a:lnTo>
                <a:lnTo>
                  <a:pt x="9828" y="1005"/>
                </a:lnTo>
                <a:lnTo>
                  <a:pt x="10189" y="1091"/>
                </a:lnTo>
                <a:lnTo>
                  <a:pt x="10550" y="1178"/>
                </a:lnTo>
                <a:lnTo>
                  <a:pt x="10911" y="1263"/>
                </a:lnTo>
                <a:lnTo>
                  <a:pt x="11272" y="1347"/>
                </a:lnTo>
                <a:lnTo>
                  <a:pt x="11633" y="1429"/>
                </a:lnTo>
                <a:lnTo>
                  <a:pt x="11994" y="1509"/>
                </a:lnTo>
                <a:lnTo>
                  <a:pt x="12287" y="1572"/>
                </a:lnTo>
                <a:close/>
              </a:path>
            </a:pathLst>
          </a:custGeom>
          <a:gradFill>
            <a:gsLst>
              <a:gs pos="26000">
                <a:schemeClr val="accent2"/>
              </a:gs>
              <a:gs pos="99000">
                <a:schemeClr val="accent2">
                  <a:lumMod val="20000"/>
                  <a:lumOff val="80000"/>
                </a:schemeClr>
              </a:gs>
              <a:gs pos="63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latin typeface="+mj-ea"/>
              <a:ea typeface="+mj-ea"/>
              <a:sym typeface="+mn-ea"/>
            </a:endParaRPr>
          </a:p>
        </p:txBody>
      </p:sp>
      <p:sp>
        <p:nvSpPr>
          <p:cNvPr id="6" name="任意多边形 34"/>
          <p:cNvSpPr/>
          <p:nvPr userDrawn="1">
            <p:custDataLst>
              <p:tags r:id="rId5"/>
            </p:custDataLst>
          </p:nvPr>
        </p:nvSpPr>
        <p:spPr>
          <a:xfrm>
            <a:off x="0" y="5786120"/>
            <a:ext cx="12192000" cy="1071880"/>
          </a:xfrm>
          <a:custGeom>
            <a:avLst/>
            <a:gdLst/>
            <a:ahLst/>
            <a:cxnLst>
              <a:cxn ang="3">
                <a:pos x="hc" y="t"/>
              </a:cxn>
              <a:cxn ang="cd2">
                <a:pos x="l" y="vc"/>
              </a:cxn>
              <a:cxn ang="cd4">
                <a:pos x="hc" y="b"/>
              </a:cxn>
              <a:cxn ang="0">
                <a:pos x="r" y="vc"/>
              </a:cxn>
            </a:cxnLst>
            <a:rect l="l" t="t" r="r" b="b"/>
            <a:pathLst>
              <a:path w="19200" h="1688">
                <a:moveTo>
                  <a:pt x="19200" y="103"/>
                </a:moveTo>
                <a:lnTo>
                  <a:pt x="19200" y="1688"/>
                </a:lnTo>
                <a:lnTo>
                  <a:pt x="0" y="1688"/>
                </a:lnTo>
                <a:lnTo>
                  <a:pt x="0" y="109"/>
                </a:lnTo>
                <a:lnTo>
                  <a:pt x="215" y="77"/>
                </a:lnTo>
                <a:lnTo>
                  <a:pt x="438" y="50"/>
                </a:lnTo>
                <a:lnTo>
                  <a:pt x="662" y="28"/>
                </a:lnTo>
                <a:lnTo>
                  <a:pt x="885" y="13"/>
                </a:lnTo>
                <a:lnTo>
                  <a:pt x="1108" y="4"/>
                </a:lnTo>
                <a:lnTo>
                  <a:pt x="1331" y="0"/>
                </a:lnTo>
                <a:lnTo>
                  <a:pt x="1554" y="1"/>
                </a:lnTo>
                <a:lnTo>
                  <a:pt x="1777" y="6"/>
                </a:lnTo>
                <a:lnTo>
                  <a:pt x="2001" y="17"/>
                </a:lnTo>
                <a:lnTo>
                  <a:pt x="2224" y="31"/>
                </a:lnTo>
                <a:lnTo>
                  <a:pt x="2447" y="50"/>
                </a:lnTo>
                <a:lnTo>
                  <a:pt x="2670" y="72"/>
                </a:lnTo>
                <a:lnTo>
                  <a:pt x="2893" y="97"/>
                </a:lnTo>
                <a:lnTo>
                  <a:pt x="3116" y="126"/>
                </a:lnTo>
                <a:lnTo>
                  <a:pt x="3339" y="157"/>
                </a:lnTo>
                <a:lnTo>
                  <a:pt x="3563" y="191"/>
                </a:lnTo>
                <a:lnTo>
                  <a:pt x="3786" y="227"/>
                </a:lnTo>
                <a:lnTo>
                  <a:pt x="4009" y="265"/>
                </a:lnTo>
                <a:lnTo>
                  <a:pt x="4232" y="306"/>
                </a:lnTo>
                <a:lnTo>
                  <a:pt x="4455" y="348"/>
                </a:lnTo>
                <a:lnTo>
                  <a:pt x="4678" y="390"/>
                </a:lnTo>
                <a:lnTo>
                  <a:pt x="4902" y="434"/>
                </a:lnTo>
                <a:lnTo>
                  <a:pt x="5125" y="478"/>
                </a:lnTo>
                <a:lnTo>
                  <a:pt x="5348" y="524"/>
                </a:lnTo>
                <a:lnTo>
                  <a:pt x="5571" y="569"/>
                </a:lnTo>
                <a:lnTo>
                  <a:pt x="5794" y="613"/>
                </a:lnTo>
                <a:lnTo>
                  <a:pt x="6017" y="658"/>
                </a:lnTo>
                <a:lnTo>
                  <a:pt x="6241" y="702"/>
                </a:lnTo>
                <a:lnTo>
                  <a:pt x="6464" y="745"/>
                </a:lnTo>
                <a:lnTo>
                  <a:pt x="6687" y="786"/>
                </a:lnTo>
                <a:lnTo>
                  <a:pt x="6910" y="827"/>
                </a:lnTo>
                <a:lnTo>
                  <a:pt x="7133" y="865"/>
                </a:lnTo>
                <a:lnTo>
                  <a:pt x="7356" y="901"/>
                </a:lnTo>
                <a:lnTo>
                  <a:pt x="7580" y="936"/>
                </a:lnTo>
                <a:lnTo>
                  <a:pt x="7803" y="967"/>
                </a:lnTo>
                <a:lnTo>
                  <a:pt x="8026" y="995"/>
                </a:lnTo>
                <a:lnTo>
                  <a:pt x="8249" y="1021"/>
                </a:lnTo>
                <a:lnTo>
                  <a:pt x="8472" y="1043"/>
                </a:lnTo>
                <a:lnTo>
                  <a:pt x="8695" y="1061"/>
                </a:lnTo>
                <a:lnTo>
                  <a:pt x="8918" y="1075"/>
                </a:lnTo>
                <a:lnTo>
                  <a:pt x="9142" y="1086"/>
                </a:lnTo>
                <a:lnTo>
                  <a:pt x="9365" y="1092"/>
                </a:lnTo>
                <a:lnTo>
                  <a:pt x="9588" y="1092"/>
                </a:lnTo>
                <a:lnTo>
                  <a:pt x="9619" y="1092"/>
                </a:lnTo>
                <a:lnTo>
                  <a:pt x="9651" y="1092"/>
                </a:lnTo>
                <a:lnTo>
                  <a:pt x="9874" y="1092"/>
                </a:lnTo>
                <a:lnTo>
                  <a:pt x="10097" y="1086"/>
                </a:lnTo>
                <a:lnTo>
                  <a:pt x="10321" y="1075"/>
                </a:lnTo>
                <a:lnTo>
                  <a:pt x="10544" y="1061"/>
                </a:lnTo>
                <a:lnTo>
                  <a:pt x="10767" y="1043"/>
                </a:lnTo>
                <a:lnTo>
                  <a:pt x="10990" y="1021"/>
                </a:lnTo>
                <a:lnTo>
                  <a:pt x="11213" y="995"/>
                </a:lnTo>
                <a:lnTo>
                  <a:pt x="11436" y="967"/>
                </a:lnTo>
                <a:lnTo>
                  <a:pt x="11659" y="936"/>
                </a:lnTo>
                <a:lnTo>
                  <a:pt x="11883" y="901"/>
                </a:lnTo>
                <a:lnTo>
                  <a:pt x="12106" y="865"/>
                </a:lnTo>
                <a:lnTo>
                  <a:pt x="12329" y="827"/>
                </a:lnTo>
                <a:lnTo>
                  <a:pt x="12552" y="786"/>
                </a:lnTo>
                <a:lnTo>
                  <a:pt x="12775" y="745"/>
                </a:lnTo>
                <a:lnTo>
                  <a:pt x="12998" y="702"/>
                </a:lnTo>
                <a:lnTo>
                  <a:pt x="13222" y="658"/>
                </a:lnTo>
                <a:lnTo>
                  <a:pt x="13445" y="613"/>
                </a:lnTo>
                <a:lnTo>
                  <a:pt x="13668" y="569"/>
                </a:lnTo>
                <a:lnTo>
                  <a:pt x="13891" y="524"/>
                </a:lnTo>
                <a:lnTo>
                  <a:pt x="14114" y="478"/>
                </a:lnTo>
                <a:lnTo>
                  <a:pt x="14337" y="434"/>
                </a:lnTo>
                <a:lnTo>
                  <a:pt x="14561" y="390"/>
                </a:lnTo>
                <a:lnTo>
                  <a:pt x="14784" y="348"/>
                </a:lnTo>
                <a:lnTo>
                  <a:pt x="15007" y="306"/>
                </a:lnTo>
                <a:lnTo>
                  <a:pt x="15230" y="265"/>
                </a:lnTo>
                <a:lnTo>
                  <a:pt x="15453" y="227"/>
                </a:lnTo>
                <a:lnTo>
                  <a:pt x="15676" y="191"/>
                </a:lnTo>
                <a:lnTo>
                  <a:pt x="15900" y="157"/>
                </a:lnTo>
                <a:lnTo>
                  <a:pt x="16123" y="126"/>
                </a:lnTo>
                <a:lnTo>
                  <a:pt x="16346" y="97"/>
                </a:lnTo>
                <a:lnTo>
                  <a:pt x="16569" y="72"/>
                </a:lnTo>
                <a:lnTo>
                  <a:pt x="16792" y="50"/>
                </a:lnTo>
                <a:lnTo>
                  <a:pt x="17015" y="31"/>
                </a:lnTo>
                <a:lnTo>
                  <a:pt x="17238" y="17"/>
                </a:lnTo>
                <a:lnTo>
                  <a:pt x="17462" y="6"/>
                </a:lnTo>
                <a:lnTo>
                  <a:pt x="17685" y="1"/>
                </a:lnTo>
                <a:lnTo>
                  <a:pt x="17908" y="0"/>
                </a:lnTo>
                <a:lnTo>
                  <a:pt x="18131" y="4"/>
                </a:lnTo>
                <a:lnTo>
                  <a:pt x="18354" y="13"/>
                </a:lnTo>
                <a:lnTo>
                  <a:pt x="18577" y="28"/>
                </a:lnTo>
                <a:lnTo>
                  <a:pt x="18801" y="50"/>
                </a:lnTo>
                <a:lnTo>
                  <a:pt x="19024" y="77"/>
                </a:lnTo>
                <a:lnTo>
                  <a:pt x="19200" y="103"/>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cxnSp>
        <p:nvCxnSpPr>
          <p:cNvPr id="10" name="直接连接符 9"/>
          <p:cNvCxnSpPr/>
          <p:nvPr userDrawn="1">
            <p:custDataLst>
              <p:tags r:id="rId6"/>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custDataLst>
              <p:tags r:id="rId7"/>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custDataLst>
              <p:tags r:id="rId8"/>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9"/>
            </p:custDataLst>
          </p:nvPr>
        </p:nvSpPr>
        <p:spPr>
          <a:xfrm>
            <a:off x="1581647" y="2476550"/>
            <a:ext cx="2880000" cy="1081088"/>
          </a:xfrm>
        </p:spPr>
        <p:txBody>
          <a:bodyPr wrap="square" anchor="b">
            <a:normAutofit/>
          </a:bodyPr>
          <a:lstStyle>
            <a:lvl1pPr algn="ctr">
              <a:defRPr lang="zh-CN" altLang="en-US" sz="54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标题</a:t>
            </a:r>
            <a:endParaRPr lang="zh-CN" altLang="en-US" dirty="0"/>
          </a:p>
        </p:txBody>
      </p:sp>
      <p:sp>
        <p:nvSpPr>
          <p:cNvPr id="7" name="日期占位符 3"/>
          <p:cNvSpPr>
            <a:spLocks noGrp="1"/>
          </p:cNvSpPr>
          <p:nvPr>
            <p:ph type="dt" sz="half" idx="10"/>
            <p:custDataLst>
              <p:tags r:id="rId10"/>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1"/>
            </p:custDataLst>
          </p:nvPr>
        </p:nvSpPr>
        <p:spPr/>
        <p:txBody>
          <a:bodyPr/>
          <a:lstStyle/>
          <a:p>
            <a:endParaRPr lang="zh-CN" altLang="en-US"/>
          </a:p>
        </p:txBody>
      </p:sp>
      <p:sp>
        <p:nvSpPr>
          <p:cNvPr id="9" name="灯片编号占位符 5"/>
          <p:cNvSpPr>
            <a:spLocks noGrp="1"/>
          </p:cNvSpPr>
          <p:nvPr>
            <p:ph type="sldNum" sz="quarter" idx="12"/>
            <p:custDataLst>
              <p:tags r:id="rId12"/>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custDataLst>
              <p:tags r:id="rId3"/>
            </p:custDataLst>
          </p:nvPr>
        </p:nvSpPr>
        <p:spPr>
          <a:xfrm>
            <a:off x="3244215" y="8528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 name="任意多边形 36"/>
          <p:cNvSpPr/>
          <p:nvPr userDrawn="1">
            <p:custDataLst>
              <p:tags r:id="rId4"/>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1" name="任意多边形 57"/>
          <p:cNvSpPr/>
          <p:nvPr userDrawn="1">
            <p:custDataLst>
              <p:tags r:id="rId5"/>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sp>
        <p:nvSpPr>
          <p:cNvPr id="2" name="标题 1"/>
          <p:cNvSpPr>
            <a:spLocks noGrp="1"/>
          </p:cNvSpPr>
          <p:nvPr userDrawn="1">
            <p:ph type="title"/>
            <p:custDataLst>
              <p:tags r:id="rId6"/>
            </p:custDataLst>
          </p:nvPr>
        </p:nvSpPr>
        <p:spPr>
          <a:xfrm>
            <a:off x="1526400" y="2549360"/>
            <a:ext cx="9144000" cy="1000240"/>
          </a:xfrm>
        </p:spPr>
        <p:txBody>
          <a:bodyPr wrap="square" anchor="t" anchorCtr="0">
            <a:normAutofit/>
          </a:bodyPr>
          <a:lstStyle>
            <a:lvl1pPr algn="ctr">
              <a:defRPr lang="zh-CN" altLang="en-US" sz="54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文本占位符 2"/>
          <p:cNvSpPr>
            <a:spLocks noGrp="1"/>
          </p:cNvSpPr>
          <p:nvPr userDrawn="1">
            <p:ph type="body" idx="1" hasCustomPrompt="1"/>
            <p:custDataLst>
              <p:tags r:id="rId7"/>
            </p:custDataLst>
          </p:nvPr>
        </p:nvSpPr>
        <p:spPr>
          <a:xfrm>
            <a:off x="3338550" y="3669968"/>
            <a:ext cx="5519700" cy="936000"/>
          </a:xfrm>
        </p:spPr>
        <p:txBody>
          <a:bodyPr wrap="square">
            <a:normAutofit/>
          </a:bodyPr>
          <a:lstStyle>
            <a:lvl1pPr marL="0" indent="0" algn="ctr">
              <a:buNone/>
              <a:defRPr lang="zh-CN" altLang="en-US" sz="1200" kern="1200" dirty="0">
                <a:solidFill>
                  <a:schemeClr val="tx1">
                    <a:lumMod val="75000"/>
                    <a:lumOff val="25000"/>
                  </a:schemeClr>
                </a:solidFill>
                <a:latin typeface="+mn-ea"/>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userDrawn="1">
            <p:ph type="body" sz="quarter" idx="13" hasCustomPrompt="1"/>
            <p:custDataLst>
              <p:tags r:id="rId8"/>
            </p:custDataLst>
          </p:nvPr>
        </p:nvSpPr>
        <p:spPr>
          <a:xfrm>
            <a:off x="1524000" y="1162800"/>
            <a:ext cx="9144000" cy="1224000"/>
          </a:xfrm>
        </p:spPr>
        <p:txBody>
          <a:bodyPr wrap="none" anchor="b" anchorCtr="0">
            <a:normAutofit/>
          </a:bodyPr>
          <a:lstStyle>
            <a:lvl1pPr marL="0" indent="0" algn="ctr">
              <a:buNone/>
              <a:defRPr lang="zh-CN" altLang="en-US" sz="4800" b="1" kern="1200" dirty="0">
                <a:ln w="12700">
                  <a:solidFill>
                    <a:schemeClr val="accent1"/>
                  </a:solidFill>
                </a:ln>
                <a:solidFill>
                  <a:schemeClr val="accent1">
                    <a:lumMod val="20000"/>
                    <a:lumOff val="80000"/>
                  </a:schemeClr>
                </a:solidFill>
                <a:latin typeface="+mn-ea"/>
                <a:ea typeface="+mn-ea"/>
                <a:cs typeface="+mn-cs"/>
              </a:defRPr>
            </a:lvl1pPr>
          </a:lstStyle>
          <a:p>
            <a:pPr lvl="0"/>
            <a:r>
              <a:rPr lang="zh-CN" altLang="en-US" dirty="0"/>
              <a:t>节编号</a:t>
            </a:r>
            <a:endParaRPr lang="zh-CN" altLang="en-US" dirty="0"/>
          </a:p>
        </p:txBody>
      </p:sp>
      <p:sp>
        <p:nvSpPr>
          <p:cNvPr id="4" name="日期占位符 4"/>
          <p:cNvSpPr>
            <a:spLocks noGrp="1"/>
          </p:cNvSpPr>
          <p:nvPr userDrawn="1">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userDrawn="1">
            <p:ph type="ftr" sz="quarter" idx="11"/>
            <p:custDataLst>
              <p:tags r:id="rId10"/>
            </p:custDataLst>
          </p:nvPr>
        </p:nvSpPr>
        <p:spPr/>
        <p:txBody>
          <a:bodyPr/>
          <a:lstStyle/>
          <a:p>
            <a:endParaRPr lang="zh-CN" altLang="en-US"/>
          </a:p>
        </p:txBody>
      </p:sp>
      <p:sp>
        <p:nvSpPr>
          <p:cNvPr id="6" name="灯片编号占位符 6"/>
          <p:cNvSpPr>
            <a:spLocks noGrp="1"/>
          </p:cNvSpPr>
          <p:nvPr userDrawn="1">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1" y="1"/>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3"/>
            </p:custDataLst>
          </p:nvPr>
        </p:nvSpPr>
        <p:spPr>
          <a:xfrm>
            <a:off x="3244215" y="878205"/>
            <a:ext cx="5703570" cy="5703570"/>
          </a:xfrm>
          <a:prstGeom prst="ellipse">
            <a:avLst/>
          </a:prstGeom>
          <a:gradFill>
            <a:gsLst>
              <a:gs pos="30000">
                <a:schemeClr val="accent1">
                  <a:lumMod val="20000"/>
                  <a:lumOff val="80000"/>
                  <a:alpha val="0"/>
                </a:schemeClr>
              </a:gs>
              <a:gs pos="0">
                <a:schemeClr val="accent1">
                  <a:lumMod val="20000"/>
                  <a:lumOff val="8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cxnSp>
        <p:nvCxnSpPr>
          <p:cNvPr id="11" name="直接连接符 10"/>
          <p:cNvCxnSpPr/>
          <p:nvPr>
            <p:custDataLst>
              <p:tags r:id="rId4"/>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5" name="任意多边形 36"/>
          <p:cNvSpPr/>
          <p:nvPr userDrawn="1">
            <p:custDataLst>
              <p:tags r:id="rId7"/>
            </p:custDataLst>
          </p:nvPr>
        </p:nvSpPr>
        <p:spPr>
          <a:xfrm>
            <a:off x="0" y="5432425"/>
            <a:ext cx="12192000" cy="864870"/>
          </a:xfrm>
          <a:custGeom>
            <a:avLst/>
            <a:gdLst/>
            <a:ahLst/>
            <a:cxnLst>
              <a:cxn ang="3">
                <a:pos x="hc" y="t"/>
              </a:cxn>
              <a:cxn ang="cd2">
                <a:pos x="l" y="vc"/>
              </a:cxn>
              <a:cxn ang="cd4">
                <a:pos x="hc" y="b"/>
              </a:cxn>
              <a:cxn ang="0">
                <a:pos x="r" y="vc"/>
              </a:cxn>
            </a:cxnLst>
            <a:rect l="l" t="t" r="r" b="b"/>
            <a:pathLst>
              <a:path w="19200" h="2033">
                <a:moveTo>
                  <a:pt x="19200" y="145"/>
                </a:moveTo>
                <a:lnTo>
                  <a:pt x="19200" y="2033"/>
                </a:lnTo>
                <a:lnTo>
                  <a:pt x="0" y="2033"/>
                </a:lnTo>
                <a:lnTo>
                  <a:pt x="0" y="153"/>
                </a:lnTo>
                <a:lnTo>
                  <a:pt x="215" y="108"/>
                </a:lnTo>
                <a:lnTo>
                  <a:pt x="438" y="70"/>
                </a:lnTo>
                <a:lnTo>
                  <a:pt x="662" y="40"/>
                </a:lnTo>
                <a:lnTo>
                  <a:pt x="885" y="19"/>
                </a:lnTo>
                <a:lnTo>
                  <a:pt x="1108" y="6"/>
                </a:lnTo>
                <a:lnTo>
                  <a:pt x="1331" y="0"/>
                </a:lnTo>
                <a:lnTo>
                  <a:pt x="1554" y="1"/>
                </a:lnTo>
                <a:lnTo>
                  <a:pt x="1777" y="9"/>
                </a:lnTo>
                <a:lnTo>
                  <a:pt x="2001" y="24"/>
                </a:lnTo>
                <a:lnTo>
                  <a:pt x="2224" y="44"/>
                </a:lnTo>
                <a:lnTo>
                  <a:pt x="2447" y="70"/>
                </a:lnTo>
                <a:lnTo>
                  <a:pt x="2670" y="101"/>
                </a:lnTo>
                <a:lnTo>
                  <a:pt x="2893" y="137"/>
                </a:lnTo>
                <a:lnTo>
                  <a:pt x="3116" y="177"/>
                </a:lnTo>
                <a:lnTo>
                  <a:pt x="3339" y="221"/>
                </a:lnTo>
                <a:lnTo>
                  <a:pt x="3563" y="269"/>
                </a:lnTo>
                <a:lnTo>
                  <a:pt x="3786" y="320"/>
                </a:lnTo>
                <a:lnTo>
                  <a:pt x="4009" y="374"/>
                </a:lnTo>
                <a:lnTo>
                  <a:pt x="4232" y="431"/>
                </a:lnTo>
                <a:lnTo>
                  <a:pt x="4455" y="490"/>
                </a:lnTo>
                <a:lnTo>
                  <a:pt x="4678" y="550"/>
                </a:lnTo>
                <a:lnTo>
                  <a:pt x="4902" y="612"/>
                </a:lnTo>
                <a:lnTo>
                  <a:pt x="5125" y="674"/>
                </a:lnTo>
                <a:lnTo>
                  <a:pt x="5348" y="738"/>
                </a:lnTo>
                <a:lnTo>
                  <a:pt x="5571" y="801"/>
                </a:lnTo>
                <a:lnTo>
                  <a:pt x="5794" y="864"/>
                </a:lnTo>
                <a:lnTo>
                  <a:pt x="6017" y="927"/>
                </a:lnTo>
                <a:lnTo>
                  <a:pt x="6241" y="989"/>
                </a:lnTo>
                <a:lnTo>
                  <a:pt x="6464" y="1049"/>
                </a:lnTo>
                <a:lnTo>
                  <a:pt x="6687" y="1108"/>
                </a:lnTo>
                <a:lnTo>
                  <a:pt x="6910" y="1165"/>
                </a:lnTo>
                <a:lnTo>
                  <a:pt x="7133" y="1219"/>
                </a:lnTo>
                <a:lnTo>
                  <a:pt x="7356" y="1270"/>
                </a:lnTo>
                <a:lnTo>
                  <a:pt x="7580" y="1318"/>
                </a:lnTo>
                <a:lnTo>
                  <a:pt x="7803" y="1362"/>
                </a:lnTo>
                <a:lnTo>
                  <a:pt x="8026" y="1402"/>
                </a:lnTo>
                <a:lnTo>
                  <a:pt x="8249" y="1438"/>
                </a:lnTo>
                <a:lnTo>
                  <a:pt x="8472" y="1469"/>
                </a:lnTo>
                <a:lnTo>
                  <a:pt x="8695" y="1495"/>
                </a:lnTo>
                <a:lnTo>
                  <a:pt x="8918" y="1515"/>
                </a:lnTo>
                <a:lnTo>
                  <a:pt x="9142" y="1530"/>
                </a:lnTo>
                <a:lnTo>
                  <a:pt x="9365" y="1538"/>
                </a:lnTo>
                <a:lnTo>
                  <a:pt x="9588" y="1539"/>
                </a:lnTo>
                <a:lnTo>
                  <a:pt x="9619" y="1538"/>
                </a:lnTo>
                <a:lnTo>
                  <a:pt x="9651" y="1539"/>
                </a:lnTo>
                <a:lnTo>
                  <a:pt x="9874" y="1538"/>
                </a:lnTo>
                <a:lnTo>
                  <a:pt x="10097" y="1530"/>
                </a:lnTo>
                <a:lnTo>
                  <a:pt x="10321" y="1515"/>
                </a:lnTo>
                <a:lnTo>
                  <a:pt x="10544" y="1495"/>
                </a:lnTo>
                <a:lnTo>
                  <a:pt x="10767" y="1469"/>
                </a:lnTo>
                <a:lnTo>
                  <a:pt x="10990" y="1438"/>
                </a:lnTo>
                <a:lnTo>
                  <a:pt x="11213" y="1402"/>
                </a:lnTo>
                <a:lnTo>
                  <a:pt x="11436" y="1362"/>
                </a:lnTo>
                <a:lnTo>
                  <a:pt x="11659" y="1318"/>
                </a:lnTo>
                <a:lnTo>
                  <a:pt x="11883" y="1270"/>
                </a:lnTo>
                <a:lnTo>
                  <a:pt x="12106" y="1219"/>
                </a:lnTo>
                <a:lnTo>
                  <a:pt x="12329" y="1165"/>
                </a:lnTo>
                <a:lnTo>
                  <a:pt x="12552" y="1108"/>
                </a:lnTo>
                <a:lnTo>
                  <a:pt x="12775" y="1049"/>
                </a:lnTo>
                <a:lnTo>
                  <a:pt x="12998" y="989"/>
                </a:lnTo>
                <a:lnTo>
                  <a:pt x="13222" y="927"/>
                </a:lnTo>
                <a:lnTo>
                  <a:pt x="13445" y="864"/>
                </a:lnTo>
                <a:lnTo>
                  <a:pt x="13668" y="801"/>
                </a:lnTo>
                <a:lnTo>
                  <a:pt x="13891" y="738"/>
                </a:lnTo>
                <a:lnTo>
                  <a:pt x="14114" y="674"/>
                </a:lnTo>
                <a:lnTo>
                  <a:pt x="14337" y="612"/>
                </a:lnTo>
                <a:lnTo>
                  <a:pt x="14561" y="550"/>
                </a:lnTo>
                <a:lnTo>
                  <a:pt x="14784" y="490"/>
                </a:lnTo>
                <a:lnTo>
                  <a:pt x="15007" y="431"/>
                </a:lnTo>
                <a:lnTo>
                  <a:pt x="15230" y="374"/>
                </a:lnTo>
                <a:lnTo>
                  <a:pt x="15453" y="320"/>
                </a:lnTo>
                <a:lnTo>
                  <a:pt x="15676" y="269"/>
                </a:lnTo>
                <a:lnTo>
                  <a:pt x="15900" y="221"/>
                </a:lnTo>
                <a:lnTo>
                  <a:pt x="16123" y="177"/>
                </a:lnTo>
                <a:lnTo>
                  <a:pt x="16346" y="137"/>
                </a:lnTo>
                <a:lnTo>
                  <a:pt x="16569" y="101"/>
                </a:lnTo>
                <a:lnTo>
                  <a:pt x="16792" y="70"/>
                </a:lnTo>
                <a:lnTo>
                  <a:pt x="17015" y="44"/>
                </a:lnTo>
                <a:lnTo>
                  <a:pt x="17238" y="24"/>
                </a:lnTo>
                <a:lnTo>
                  <a:pt x="17462" y="9"/>
                </a:lnTo>
                <a:lnTo>
                  <a:pt x="17685" y="1"/>
                </a:lnTo>
                <a:lnTo>
                  <a:pt x="17908" y="0"/>
                </a:lnTo>
                <a:lnTo>
                  <a:pt x="18131" y="6"/>
                </a:lnTo>
                <a:lnTo>
                  <a:pt x="18354" y="19"/>
                </a:lnTo>
                <a:lnTo>
                  <a:pt x="18577" y="40"/>
                </a:lnTo>
                <a:lnTo>
                  <a:pt x="18801" y="70"/>
                </a:lnTo>
                <a:lnTo>
                  <a:pt x="19024" y="108"/>
                </a:lnTo>
                <a:lnTo>
                  <a:pt x="19200" y="145"/>
                </a:lnTo>
                <a:close/>
              </a:path>
            </a:pathLst>
          </a:custGeom>
          <a:gradFill>
            <a:gsLst>
              <a:gs pos="0">
                <a:schemeClr val="accent2"/>
              </a:gs>
              <a:gs pos="99000">
                <a:schemeClr val="accent2">
                  <a:lumMod val="20000"/>
                  <a:lumOff val="80000"/>
                </a:schemeClr>
              </a:gs>
              <a:gs pos="58000">
                <a:schemeClr val="accent2">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j-ea"/>
              <a:ea typeface="+mj-ea"/>
              <a:sym typeface="+mn-ea"/>
            </a:endParaRPr>
          </a:p>
        </p:txBody>
      </p:sp>
      <p:sp>
        <p:nvSpPr>
          <p:cNvPr id="16" name="任意多边形 57"/>
          <p:cNvSpPr/>
          <p:nvPr userDrawn="1">
            <p:custDataLst>
              <p:tags r:id="rId8"/>
            </p:custDataLst>
          </p:nvPr>
        </p:nvSpPr>
        <p:spPr>
          <a:xfrm>
            <a:off x="0" y="5594985"/>
            <a:ext cx="12192000" cy="1263015"/>
          </a:xfrm>
          <a:custGeom>
            <a:avLst/>
            <a:gdLst/>
            <a:ahLst/>
            <a:cxnLst>
              <a:cxn ang="3">
                <a:pos x="hc" y="t"/>
              </a:cxn>
              <a:cxn ang="cd2">
                <a:pos x="l" y="vc"/>
              </a:cxn>
              <a:cxn ang="cd4">
                <a:pos x="hc" y="b"/>
              </a:cxn>
              <a:cxn ang="0">
                <a:pos x="r" y="vc"/>
              </a:cxn>
            </a:cxnLst>
            <a:rect l="l" t="t" r="r" b="b"/>
            <a:pathLst>
              <a:path w="19200" h="1776">
                <a:moveTo>
                  <a:pt x="19200" y="1241"/>
                </a:moveTo>
                <a:lnTo>
                  <a:pt x="19200" y="1776"/>
                </a:lnTo>
                <a:lnTo>
                  <a:pt x="0" y="1776"/>
                </a:lnTo>
                <a:lnTo>
                  <a:pt x="0" y="92"/>
                </a:lnTo>
                <a:lnTo>
                  <a:pt x="215" y="65"/>
                </a:lnTo>
                <a:lnTo>
                  <a:pt x="438" y="42"/>
                </a:lnTo>
                <a:lnTo>
                  <a:pt x="662" y="24"/>
                </a:lnTo>
                <a:lnTo>
                  <a:pt x="885" y="11"/>
                </a:lnTo>
                <a:lnTo>
                  <a:pt x="1108" y="4"/>
                </a:lnTo>
                <a:lnTo>
                  <a:pt x="1331" y="0"/>
                </a:lnTo>
                <a:lnTo>
                  <a:pt x="1554" y="1"/>
                </a:lnTo>
                <a:lnTo>
                  <a:pt x="1777" y="5"/>
                </a:lnTo>
                <a:lnTo>
                  <a:pt x="2001" y="14"/>
                </a:lnTo>
                <a:lnTo>
                  <a:pt x="2224" y="26"/>
                </a:lnTo>
                <a:lnTo>
                  <a:pt x="2447" y="42"/>
                </a:lnTo>
                <a:lnTo>
                  <a:pt x="2670" y="60"/>
                </a:lnTo>
                <a:lnTo>
                  <a:pt x="2893" y="82"/>
                </a:lnTo>
                <a:lnTo>
                  <a:pt x="3116" y="106"/>
                </a:lnTo>
                <a:lnTo>
                  <a:pt x="3339" y="132"/>
                </a:lnTo>
                <a:lnTo>
                  <a:pt x="3563" y="161"/>
                </a:lnTo>
                <a:lnTo>
                  <a:pt x="3786" y="191"/>
                </a:lnTo>
                <a:lnTo>
                  <a:pt x="4009" y="224"/>
                </a:lnTo>
                <a:lnTo>
                  <a:pt x="4232" y="258"/>
                </a:lnTo>
                <a:lnTo>
                  <a:pt x="4455" y="293"/>
                </a:lnTo>
                <a:lnTo>
                  <a:pt x="4678" y="329"/>
                </a:lnTo>
                <a:lnTo>
                  <a:pt x="4902" y="366"/>
                </a:lnTo>
                <a:lnTo>
                  <a:pt x="5125" y="403"/>
                </a:lnTo>
                <a:lnTo>
                  <a:pt x="5348" y="442"/>
                </a:lnTo>
                <a:lnTo>
                  <a:pt x="5571" y="479"/>
                </a:lnTo>
                <a:lnTo>
                  <a:pt x="5794" y="517"/>
                </a:lnTo>
                <a:lnTo>
                  <a:pt x="6017" y="555"/>
                </a:lnTo>
                <a:lnTo>
                  <a:pt x="6241" y="592"/>
                </a:lnTo>
                <a:lnTo>
                  <a:pt x="6464" y="628"/>
                </a:lnTo>
                <a:lnTo>
                  <a:pt x="6687" y="663"/>
                </a:lnTo>
                <a:lnTo>
                  <a:pt x="6910" y="697"/>
                </a:lnTo>
                <a:lnTo>
                  <a:pt x="7133" y="729"/>
                </a:lnTo>
                <a:lnTo>
                  <a:pt x="7356" y="760"/>
                </a:lnTo>
                <a:lnTo>
                  <a:pt x="7580" y="789"/>
                </a:lnTo>
                <a:lnTo>
                  <a:pt x="7803" y="815"/>
                </a:lnTo>
                <a:lnTo>
                  <a:pt x="8026" y="839"/>
                </a:lnTo>
                <a:lnTo>
                  <a:pt x="8249" y="860"/>
                </a:lnTo>
                <a:lnTo>
                  <a:pt x="8472" y="879"/>
                </a:lnTo>
                <a:lnTo>
                  <a:pt x="8695" y="895"/>
                </a:lnTo>
                <a:lnTo>
                  <a:pt x="8918" y="907"/>
                </a:lnTo>
                <a:lnTo>
                  <a:pt x="9142" y="915"/>
                </a:lnTo>
                <a:lnTo>
                  <a:pt x="9365" y="920"/>
                </a:lnTo>
                <a:lnTo>
                  <a:pt x="9588" y="921"/>
                </a:lnTo>
                <a:lnTo>
                  <a:pt x="9619" y="920"/>
                </a:lnTo>
                <a:lnTo>
                  <a:pt x="9651" y="921"/>
                </a:lnTo>
                <a:lnTo>
                  <a:pt x="9874" y="920"/>
                </a:lnTo>
                <a:lnTo>
                  <a:pt x="10097" y="915"/>
                </a:lnTo>
                <a:lnTo>
                  <a:pt x="10321" y="907"/>
                </a:lnTo>
                <a:lnTo>
                  <a:pt x="10544" y="895"/>
                </a:lnTo>
                <a:lnTo>
                  <a:pt x="10767" y="879"/>
                </a:lnTo>
                <a:lnTo>
                  <a:pt x="10990" y="860"/>
                </a:lnTo>
                <a:lnTo>
                  <a:pt x="11213" y="839"/>
                </a:lnTo>
                <a:lnTo>
                  <a:pt x="11436" y="815"/>
                </a:lnTo>
                <a:lnTo>
                  <a:pt x="11659" y="789"/>
                </a:lnTo>
                <a:lnTo>
                  <a:pt x="11883" y="760"/>
                </a:lnTo>
                <a:lnTo>
                  <a:pt x="12106" y="729"/>
                </a:lnTo>
                <a:lnTo>
                  <a:pt x="12329" y="697"/>
                </a:lnTo>
                <a:lnTo>
                  <a:pt x="12552" y="663"/>
                </a:lnTo>
                <a:lnTo>
                  <a:pt x="12775" y="628"/>
                </a:lnTo>
                <a:lnTo>
                  <a:pt x="12998" y="592"/>
                </a:lnTo>
                <a:lnTo>
                  <a:pt x="13222" y="555"/>
                </a:lnTo>
                <a:lnTo>
                  <a:pt x="13445" y="517"/>
                </a:lnTo>
                <a:lnTo>
                  <a:pt x="13668" y="479"/>
                </a:lnTo>
                <a:lnTo>
                  <a:pt x="13891" y="442"/>
                </a:lnTo>
                <a:lnTo>
                  <a:pt x="14114" y="403"/>
                </a:lnTo>
                <a:lnTo>
                  <a:pt x="14337" y="366"/>
                </a:lnTo>
                <a:lnTo>
                  <a:pt x="14561" y="329"/>
                </a:lnTo>
                <a:lnTo>
                  <a:pt x="14784" y="293"/>
                </a:lnTo>
                <a:lnTo>
                  <a:pt x="15007" y="258"/>
                </a:lnTo>
                <a:lnTo>
                  <a:pt x="15230" y="224"/>
                </a:lnTo>
                <a:lnTo>
                  <a:pt x="15453" y="191"/>
                </a:lnTo>
                <a:lnTo>
                  <a:pt x="15676" y="161"/>
                </a:lnTo>
                <a:lnTo>
                  <a:pt x="15900" y="132"/>
                </a:lnTo>
                <a:lnTo>
                  <a:pt x="16123" y="106"/>
                </a:lnTo>
                <a:lnTo>
                  <a:pt x="16346" y="82"/>
                </a:lnTo>
                <a:lnTo>
                  <a:pt x="16569" y="60"/>
                </a:lnTo>
                <a:lnTo>
                  <a:pt x="16792" y="42"/>
                </a:lnTo>
                <a:lnTo>
                  <a:pt x="17015" y="26"/>
                </a:lnTo>
                <a:lnTo>
                  <a:pt x="17238" y="14"/>
                </a:lnTo>
                <a:lnTo>
                  <a:pt x="17462" y="5"/>
                </a:lnTo>
                <a:lnTo>
                  <a:pt x="17685" y="1"/>
                </a:lnTo>
                <a:lnTo>
                  <a:pt x="17908" y="0"/>
                </a:lnTo>
                <a:lnTo>
                  <a:pt x="18131" y="4"/>
                </a:lnTo>
                <a:lnTo>
                  <a:pt x="18354" y="11"/>
                </a:lnTo>
                <a:lnTo>
                  <a:pt x="18577" y="24"/>
                </a:lnTo>
                <a:lnTo>
                  <a:pt x="18801" y="42"/>
                </a:lnTo>
                <a:lnTo>
                  <a:pt x="19024" y="65"/>
                </a:lnTo>
                <a:lnTo>
                  <a:pt x="19200" y="87"/>
                </a:lnTo>
                <a:lnTo>
                  <a:pt x="19200" y="12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endParaRPr>
          </a:p>
        </p:txBody>
      </p:sp>
      <p:sp>
        <p:nvSpPr>
          <p:cNvPr id="2" name="标题 1"/>
          <p:cNvSpPr>
            <a:spLocks noGrp="1"/>
          </p:cNvSpPr>
          <p:nvPr userDrawn="1">
            <p:ph type="ctrTitle"/>
            <p:custDataLst>
              <p:tags r:id="rId9"/>
            </p:custDataLst>
          </p:nvPr>
        </p:nvSpPr>
        <p:spPr>
          <a:xfrm>
            <a:off x="838200" y="2735097"/>
            <a:ext cx="10515000" cy="1379549"/>
          </a:xfrm>
        </p:spPr>
        <p:txBody>
          <a:bodyPr wrap="square" anchor="t" anchorCtr="0">
            <a:normAutofit/>
          </a:bodyPr>
          <a:lstStyle>
            <a:lvl1pPr algn="ctr">
              <a:lnSpc>
                <a:spcPct val="100000"/>
              </a:lnSpc>
              <a:defRPr lang="zh-CN" altLang="en-US" sz="6600" b="1" kern="1200" dirty="0">
                <a:solidFill>
                  <a:schemeClr val="tx2"/>
                </a:solidFill>
                <a:effectLst>
                  <a:outerShdw blurRad="127000" dist="63500" dir="2700000" algn="tl" rotWithShape="0">
                    <a:schemeClr val="tx2">
                      <a:alpha val="20000"/>
                    </a:schemeClr>
                  </a:outerShdw>
                </a:effectLst>
                <a:latin typeface="+mj-ea"/>
                <a:ea typeface="+mj-ea"/>
                <a:cs typeface="+mn-cs"/>
              </a:defRPr>
            </a:lvl1pPr>
          </a:lstStyle>
          <a:p>
            <a:r>
              <a:rPr lang="zh-CN" altLang="en-US" dirty="0"/>
              <a:t>单击此处编辑母版标题样式</a:t>
            </a:r>
            <a:endParaRPr lang="zh-CN" altLang="en-US" dirty="0"/>
          </a:p>
        </p:txBody>
      </p:sp>
      <p:sp>
        <p:nvSpPr>
          <p:cNvPr id="3" name="副标题 2"/>
          <p:cNvSpPr>
            <a:spLocks noGrp="1"/>
          </p:cNvSpPr>
          <p:nvPr userDrawn="1">
            <p:ph type="subTitle" idx="1" hasCustomPrompt="1"/>
            <p:custDataLst>
              <p:tags r:id="rId10"/>
            </p:custDataLst>
          </p:nvPr>
        </p:nvSpPr>
        <p:spPr>
          <a:xfrm>
            <a:off x="838200" y="1666647"/>
            <a:ext cx="10515000" cy="972000"/>
          </a:xfrm>
        </p:spPr>
        <p:txBody>
          <a:bodyPr wrap="square" anchor="b" anchorCtr="0">
            <a:normAutofit/>
          </a:bodyPr>
          <a:lstStyle>
            <a:lvl1pPr marL="0" indent="0" algn="ctr">
              <a:lnSpc>
                <a:spcPct val="100000"/>
              </a:lnSpc>
              <a:buNone/>
              <a:defRPr lang="zh-CN" altLang="en-US" sz="4800" b="1" kern="1200" cap="all" baseline="0" dirty="0">
                <a:ln w="12700">
                  <a:solidFill>
                    <a:schemeClr val="accent1"/>
                  </a:solidFill>
                </a:ln>
                <a:solidFill>
                  <a:schemeClr val="accent1">
                    <a:lumMod val="20000"/>
                    <a:lumOff val="80000"/>
                  </a:schemeClr>
                </a:solidFill>
                <a:effectLst/>
                <a:latin typeface="+mn-ea"/>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2"/>
            </p:custDataLst>
          </p:nvPr>
        </p:nvSpPr>
        <p:spPr/>
        <p:txBody>
          <a:bodyPr/>
          <a:lstStyle/>
          <a:p>
            <a:endParaRPr lang="zh-CN" altLang="en-US"/>
          </a:p>
        </p:txBody>
      </p:sp>
      <p:sp>
        <p:nvSpPr>
          <p:cNvPr id="6" name="灯片编号占位符 5"/>
          <p:cNvSpPr>
            <a:spLocks noGrp="1"/>
          </p:cNvSpPr>
          <p:nvPr userDrawn="1">
            <p:ph type="sldNum" sz="quarter" idx="12"/>
            <p:custDataLst>
              <p:tags r:id="rId1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userDrawn="1">
            <p:ph type="body" sz="quarter" idx="13" hasCustomPrompt="1"/>
            <p:custDataLst>
              <p:tags r:id="rId14"/>
            </p:custDataLst>
          </p:nvPr>
        </p:nvSpPr>
        <p:spPr>
          <a:xfrm>
            <a:off x="838798" y="504000"/>
            <a:ext cx="2880000" cy="504000"/>
          </a:xfrm>
        </p:spPr>
        <p:txBody>
          <a:bodyPr wrap="square" anchor="ctr">
            <a:normAutofit/>
          </a:bodyPr>
          <a:lstStyle>
            <a:lvl1pPr marL="0" indent="0">
              <a:lnSpc>
                <a:spcPct val="100000"/>
              </a:lnSpc>
              <a:buNone/>
              <a:defRPr sz="1400">
                <a:solidFill>
                  <a:schemeClr val="tx2"/>
                </a:solidFill>
              </a:defRPr>
            </a:lvl1pPr>
          </a:lstStyle>
          <a:p>
            <a:pPr lvl="0"/>
            <a:r>
              <a:rPr lang="zh-CN" altLang="en-US" dirty="0"/>
              <a:t>公司名</a:t>
            </a:r>
            <a:endParaRPr lang="zh-CN" altLang="en-US" dirty="0"/>
          </a:p>
        </p:txBody>
      </p:sp>
      <p:sp>
        <p:nvSpPr>
          <p:cNvPr id="14" name="日期时间占位符 7"/>
          <p:cNvSpPr>
            <a:spLocks noGrp="1"/>
          </p:cNvSpPr>
          <p:nvPr userDrawn="1">
            <p:ph type="body" sz="quarter" idx="14" hasCustomPrompt="1"/>
            <p:custDataLst>
              <p:tags r:id="rId15"/>
            </p:custDataLst>
          </p:nvPr>
        </p:nvSpPr>
        <p:spPr>
          <a:xfrm>
            <a:off x="6170250"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日期时间</a:t>
            </a:r>
            <a:endParaRPr lang="zh-CN" altLang="en-US" dirty="0"/>
          </a:p>
        </p:txBody>
      </p:sp>
      <p:sp>
        <p:nvSpPr>
          <p:cNvPr id="24" name="署名占位符 10"/>
          <p:cNvSpPr>
            <a:spLocks noGrp="1"/>
          </p:cNvSpPr>
          <p:nvPr userDrawn="1">
            <p:ph type="body" sz="quarter" idx="17" hasCustomPrompt="1"/>
            <p:custDataLst>
              <p:tags r:id="rId16"/>
            </p:custDataLst>
          </p:nvPr>
        </p:nvSpPr>
        <p:spPr>
          <a:xfrm>
            <a:off x="3501752" y="4652200"/>
            <a:ext cx="2520000" cy="432000"/>
          </a:xfrm>
          <a:prstGeom prst="roundRect">
            <a:avLst>
              <a:gd name="adj" fmla="val 50000"/>
            </a:avLst>
          </a:prstGeom>
          <a:solidFill>
            <a:schemeClr val="accent2">
              <a:lumMod val="60000"/>
              <a:lumOff val="40000"/>
            </a:schemeClr>
          </a:solidFill>
        </p:spPr>
        <p:txBody>
          <a:bodyPr wrap="square" anchor="ctr">
            <a:normAutofit/>
          </a:bodyPr>
          <a:lstStyle>
            <a:lvl1pPr marL="0" indent="0" algn="ctr">
              <a:lnSpc>
                <a:spcPct val="100000"/>
              </a:lnSpc>
              <a:buNone/>
              <a:defRPr sz="12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tags" Target="../tags/tag158.xml"/><Relationship Id="rId2" Type="http://schemas.openxmlformats.org/officeDocument/2006/relationships/slideLayout" Target="../slideLayouts/slideLayout13.xml"/><Relationship Id="rId19" Type="http://schemas.openxmlformats.org/officeDocument/2006/relationships/tags" Target="../tags/tag157.xml"/><Relationship Id="rId18" Type="http://schemas.openxmlformats.org/officeDocument/2006/relationships/tags" Target="../tags/tag156.xml"/><Relationship Id="rId17" Type="http://schemas.openxmlformats.org/officeDocument/2006/relationships/tags" Target="../tags/tag155.xml"/><Relationship Id="rId16" Type="http://schemas.openxmlformats.org/officeDocument/2006/relationships/tags" Target="../tags/tag154.xml"/><Relationship Id="rId15" Type="http://schemas.openxmlformats.org/officeDocument/2006/relationships/tags" Target="../tags/tag153.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gradFill>
            <a:gsLst>
              <a:gs pos="0">
                <a:schemeClr val="bg1"/>
              </a:gs>
              <a:gs pos="81000">
                <a:schemeClr val="bg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单圆角矩形 4"/>
          <p:cNvSpPr/>
          <p:nvPr userDrawn="1">
            <p:custDataLst>
              <p:tags r:id="rId13"/>
            </p:custDataLst>
          </p:nvPr>
        </p:nvSpPr>
        <p:spPr>
          <a:xfrm>
            <a:off x="514350" y="932855"/>
            <a:ext cx="4017010" cy="147145"/>
          </a:xfrm>
          <a:prstGeom prst="roundRect">
            <a:avLst>
              <a:gd name="adj" fmla="val 50000"/>
            </a:avLst>
          </a:prstGeom>
          <a:gradFill flip="none" rotWithShape="1">
            <a:gsLst>
              <a:gs pos="0">
                <a:schemeClr val="accent2"/>
              </a:gs>
              <a:gs pos="98000">
                <a:schemeClr val="accent2">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custDataLst>
              <p:tags r:id="rId14"/>
            </p:custDataLst>
          </p:nvPr>
        </p:nvCxnSpPr>
        <p:spPr>
          <a:xfrm>
            <a:off x="11106785" y="69373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5"/>
            </p:custDataLst>
          </p:nvPr>
        </p:nvCxnSpPr>
        <p:spPr>
          <a:xfrm>
            <a:off x="11106785" y="75469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6"/>
            </p:custDataLst>
          </p:nvPr>
        </p:nvCxnSpPr>
        <p:spPr>
          <a:xfrm>
            <a:off x="11106785" y="815657"/>
            <a:ext cx="235520" cy="0"/>
          </a:xfrm>
          <a:prstGeom prst="line">
            <a:avLst/>
          </a:prstGeom>
          <a:ln w="317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 name="标题占位符 1"/>
          <p:cNvSpPr>
            <a:spLocks noGrp="1"/>
          </p:cNvSpPr>
          <p:nvPr userDrawn="1">
            <p:ph type="title"/>
            <p:custDataLst>
              <p:tags r:id="rId17"/>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userDrawn="1">
            <p:ph type="body" idx="1"/>
            <p:custDataLst>
              <p:tags r:id="rId18"/>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userDrawn="1">
            <p:ph type="dt" sz="half" idx="2"/>
            <p:custDataLst>
              <p:tags r:id="rId19"/>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3"/>
            <p:custDataLst>
              <p:tags r:id="rId2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userDrawn="1">
            <p:ph type="sldNum" sz="quarter" idx="4"/>
            <p:custDataLst>
              <p:tags r:id="rId21"/>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2.xml"/><Relationship Id="rId7" Type="http://schemas.openxmlformats.org/officeDocument/2006/relationships/tags" Target="../tags/tag166.xml"/><Relationship Id="rId6" Type="http://schemas.openxmlformats.org/officeDocument/2006/relationships/image" Target="../media/image1.png"/><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5" Type="http://schemas.openxmlformats.org/officeDocument/2006/relationships/slideLayout" Target="../slideLayouts/slideLayout14.xml"/><Relationship Id="rId14" Type="http://schemas.openxmlformats.org/officeDocument/2006/relationships/tags" Target="../tags/tag179.xml"/><Relationship Id="rId13" Type="http://schemas.openxmlformats.org/officeDocument/2006/relationships/image" Target="../media/image1.png"/><Relationship Id="rId12" Type="http://schemas.openxmlformats.org/officeDocument/2006/relationships/tags" Target="../tags/tag178.xml"/><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tags" Target="../tags/tag167.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183.xml"/><Relationship Id="rId4" Type="http://schemas.openxmlformats.org/officeDocument/2006/relationships/image" Target="../media/image1.png"/><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image" Target="../media/image2.png"/><Relationship Id="rId2" Type="http://schemas.openxmlformats.org/officeDocument/2006/relationships/tags" Target="../tags/tag185.xml"/><Relationship Id="rId1" Type="http://schemas.openxmlformats.org/officeDocument/2006/relationships/tags" Target="../tags/tag184.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image" Target="../media/image3.png"/><Relationship Id="rId2" Type="http://schemas.openxmlformats.org/officeDocument/2006/relationships/tags" Target="../tags/tag189.xml"/><Relationship Id="rId1" Type="http://schemas.openxmlformats.org/officeDocument/2006/relationships/tags" Target="../tags/tag188.xml"/></Relationships>
</file>

<file path=ppt/slides/_rels/slide6.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2" Type="http://schemas.openxmlformats.org/officeDocument/2006/relationships/slideLayout" Target="../slideLayouts/slideLayout18.xml"/><Relationship Id="rId31" Type="http://schemas.openxmlformats.org/officeDocument/2006/relationships/tags" Target="../tags/tag214.xml"/><Relationship Id="rId30" Type="http://schemas.openxmlformats.org/officeDocument/2006/relationships/tags" Target="../tags/tag213.xml"/><Relationship Id="rId3" Type="http://schemas.openxmlformats.org/officeDocument/2006/relationships/tags" Target="../tags/tag194.xml"/><Relationship Id="rId29" Type="http://schemas.openxmlformats.org/officeDocument/2006/relationships/tags" Target="../tags/tag212.xml"/><Relationship Id="rId28" Type="http://schemas.openxmlformats.org/officeDocument/2006/relationships/image" Target="../media/image11.svg"/><Relationship Id="rId27" Type="http://schemas.openxmlformats.org/officeDocument/2006/relationships/image" Target="../media/image10.png"/><Relationship Id="rId26" Type="http://schemas.openxmlformats.org/officeDocument/2006/relationships/tags" Target="../tags/tag211.xml"/><Relationship Id="rId25" Type="http://schemas.openxmlformats.org/officeDocument/2006/relationships/image" Target="../media/image9.svg"/><Relationship Id="rId24" Type="http://schemas.openxmlformats.org/officeDocument/2006/relationships/image" Target="../media/image8.png"/><Relationship Id="rId23" Type="http://schemas.openxmlformats.org/officeDocument/2006/relationships/tags" Target="../tags/tag210.xml"/><Relationship Id="rId22" Type="http://schemas.openxmlformats.org/officeDocument/2006/relationships/image" Target="../media/image7.svg"/><Relationship Id="rId21" Type="http://schemas.openxmlformats.org/officeDocument/2006/relationships/image" Target="../media/image6.png"/><Relationship Id="rId20" Type="http://schemas.openxmlformats.org/officeDocument/2006/relationships/tags" Target="../tags/tag209.xml"/><Relationship Id="rId2" Type="http://schemas.openxmlformats.org/officeDocument/2006/relationships/tags" Target="../tags/tag193.xml"/><Relationship Id="rId19" Type="http://schemas.openxmlformats.org/officeDocument/2006/relationships/tags" Target="../tags/tag208.xml"/><Relationship Id="rId18" Type="http://schemas.openxmlformats.org/officeDocument/2006/relationships/image" Target="../media/image5.svg"/><Relationship Id="rId17" Type="http://schemas.openxmlformats.org/officeDocument/2006/relationships/image" Target="../media/image4.png"/><Relationship Id="rId16" Type="http://schemas.openxmlformats.org/officeDocument/2006/relationships/tags" Target="../tags/tag207.xml"/><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tags" Target="../tags/tag192.xml"/></Relationships>
</file>

<file path=ppt/slides/_rels/slide7.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9" Type="http://schemas.openxmlformats.org/officeDocument/2006/relationships/notesSlide" Target="../notesSlides/notesSlide2.xml"/><Relationship Id="rId18" Type="http://schemas.openxmlformats.org/officeDocument/2006/relationships/slideLayout" Target="../slideLayouts/slideLayout18.xml"/><Relationship Id="rId17" Type="http://schemas.openxmlformats.org/officeDocument/2006/relationships/tags" Target="../tags/tag231.xml"/><Relationship Id="rId16" Type="http://schemas.openxmlformats.org/officeDocument/2006/relationships/tags" Target="../tags/tag230.xml"/><Relationship Id="rId15" Type="http://schemas.openxmlformats.org/officeDocument/2006/relationships/tags" Target="../tags/tag229.xml"/><Relationship Id="rId14" Type="http://schemas.openxmlformats.org/officeDocument/2006/relationships/tags" Target="../tags/tag228.xml"/><Relationship Id="rId13" Type="http://schemas.openxmlformats.org/officeDocument/2006/relationships/tags" Target="../tags/tag227.xml"/><Relationship Id="rId12" Type="http://schemas.openxmlformats.org/officeDocument/2006/relationships/tags" Target="../tags/tag226.xml"/><Relationship Id="rId11" Type="http://schemas.openxmlformats.org/officeDocument/2006/relationships/tags" Target="../tags/tag225.xml"/><Relationship Id="rId10" Type="http://schemas.openxmlformats.org/officeDocument/2006/relationships/tags" Target="../tags/tag224.xml"/><Relationship Id="rId1" Type="http://schemas.openxmlformats.org/officeDocument/2006/relationships/tags" Target="../tags/tag215.xml"/></Relationships>
</file>

<file path=ppt/slides/_rels/slide8.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4" Type="http://schemas.openxmlformats.org/officeDocument/2006/relationships/slideLayout" Target="../slideLayouts/slideLayout18.xml"/><Relationship Id="rId33" Type="http://schemas.openxmlformats.org/officeDocument/2006/relationships/tags" Target="../tags/tag264.xml"/><Relationship Id="rId32" Type="http://schemas.openxmlformats.org/officeDocument/2006/relationships/tags" Target="../tags/tag263.xml"/><Relationship Id="rId31" Type="http://schemas.openxmlformats.org/officeDocument/2006/relationships/tags" Target="../tags/tag262.xml"/><Relationship Id="rId30" Type="http://schemas.openxmlformats.org/officeDocument/2006/relationships/tags" Target="../tags/tag261.xml"/><Relationship Id="rId3" Type="http://schemas.openxmlformats.org/officeDocument/2006/relationships/tags" Target="../tags/tag234.xml"/><Relationship Id="rId29" Type="http://schemas.openxmlformats.org/officeDocument/2006/relationships/tags" Target="../tags/tag260.xml"/><Relationship Id="rId28" Type="http://schemas.openxmlformats.org/officeDocument/2006/relationships/tags" Target="../tags/tag259.xml"/><Relationship Id="rId27" Type="http://schemas.openxmlformats.org/officeDocument/2006/relationships/tags" Target="../tags/tag258.xml"/><Relationship Id="rId26" Type="http://schemas.openxmlformats.org/officeDocument/2006/relationships/tags" Target="../tags/tag257.xml"/><Relationship Id="rId25" Type="http://schemas.openxmlformats.org/officeDocument/2006/relationships/tags" Target="../tags/tag256.xml"/><Relationship Id="rId24" Type="http://schemas.openxmlformats.org/officeDocument/2006/relationships/tags" Target="../tags/tag255.xml"/><Relationship Id="rId23" Type="http://schemas.openxmlformats.org/officeDocument/2006/relationships/tags" Target="../tags/tag254.xml"/><Relationship Id="rId22" Type="http://schemas.openxmlformats.org/officeDocument/2006/relationships/tags" Target="../tags/tag253.xml"/><Relationship Id="rId21" Type="http://schemas.openxmlformats.org/officeDocument/2006/relationships/tags" Target="../tags/tag252.xml"/><Relationship Id="rId20" Type="http://schemas.openxmlformats.org/officeDocument/2006/relationships/tags" Target="../tags/tag251.xml"/><Relationship Id="rId2" Type="http://schemas.openxmlformats.org/officeDocument/2006/relationships/tags" Target="../tags/tag233.xml"/><Relationship Id="rId19" Type="http://schemas.openxmlformats.org/officeDocument/2006/relationships/tags" Target="../tags/tag250.xml"/><Relationship Id="rId18" Type="http://schemas.openxmlformats.org/officeDocument/2006/relationships/tags" Target="../tags/tag249.xml"/><Relationship Id="rId17" Type="http://schemas.openxmlformats.org/officeDocument/2006/relationships/tags" Target="../tags/tag248.xml"/><Relationship Id="rId16" Type="http://schemas.openxmlformats.org/officeDocument/2006/relationships/tags" Target="../tags/tag247.xml"/><Relationship Id="rId15" Type="http://schemas.openxmlformats.org/officeDocument/2006/relationships/tags" Target="../tags/tag246.xml"/><Relationship Id="rId14" Type="http://schemas.openxmlformats.org/officeDocument/2006/relationships/tags" Target="../tags/tag245.xml"/><Relationship Id="rId13" Type="http://schemas.openxmlformats.org/officeDocument/2006/relationships/tags" Target="../tags/tag244.xml"/><Relationship Id="rId12" Type="http://schemas.openxmlformats.org/officeDocument/2006/relationships/tags" Target="../tags/tag243.xml"/><Relationship Id="rId11" Type="http://schemas.openxmlformats.org/officeDocument/2006/relationships/tags" Target="../tags/tag242.xml"/><Relationship Id="rId10" Type="http://schemas.openxmlformats.org/officeDocument/2006/relationships/tags" Target="../tags/tag241.xml"/><Relationship Id="rId1" Type="http://schemas.openxmlformats.org/officeDocument/2006/relationships/tags" Target="../tags/tag232.xml"/></Relationships>
</file>

<file path=ppt/slides/_rels/slide9.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image" Target="../media/image12.jpeg"/><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8" Type="http://schemas.openxmlformats.org/officeDocument/2006/relationships/slideLayout" Target="../slideLayouts/slideLayout18.xml"/><Relationship Id="rId27" Type="http://schemas.openxmlformats.org/officeDocument/2006/relationships/tags" Target="../tags/tag286.xml"/><Relationship Id="rId26" Type="http://schemas.openxmlformats.org/officeDocument/2006/relationships/tags" Target="../tags/tag285.xml"/><Relationship Id="rId25" Type="http://schemas.openxmlformats.org/officeDocument/2006/relationships/tags" Target="../tags/tag284.xml"/><Relationship Id="rId24" Type="http://schemas.openxmlformats.org/officeDocument/2006/relationships/tags" Target="../tags/tag283.xml"/><Relationship Id="rId23" Type="http://schemas.openxmlformats.org/officeDocument/2006/relationships/tags" Target="../tags/tag282.xml"/><Relationship Id="rId22" Type="http://schemas.openxmlformats.org/officeDocument/2006/relationships/tags" Target="../tags/tag281.xml"/><Relationship Id="rId21" Type="http://schemas.openxmlformats.org/officeDocument/2006/relationships/tags" Target="../tags/tag280.xml"/><Relationship Id="rId20" Type="http://schemas.openxmlformats.org/officeDocument/2006/relationships/tags" Target="../tags/tag279.xml"/><Relationship Id="rId2" Type="http://schemas.openxmlformats.org/officeDocument/2006/relationships/tags" Target="../tags/tag266.xml"/><Relationship Id="rId19" Type="http://schemas.openxmlformats.org/officeDocument/2006/relationships/tags" Target="../tags/tag278.xml"/><Relationship Id="rId18" Type="http://schemas.openxmlformats.org/officeDocument/2006/relationships/tags" Target="../tags/tag277.xml"/><Relationship Id="rId17" Type="http://schemas.openxmlformats.org/officeDocument/2006/relationships/tags" Target="../tags/tag276.xml"/><Relationship Id="rId16" Type="http://schemas.openxmlformats.org/officeDocument/2006/relationships/image" Target="../media/image16.jpeg"/><Relationship Id="rId15" Type="http://schemas.openxmlformats.org/officeDocument/2006/relationships/tags" Target="../tags/tag275.xml"/><Relationship Id="rId14" Type="http://schemas.openxmlformats.org/officeDocument/2006/relationships/image" Target="../media/image15.jpeg"/><Relationship Id="rId13" Type="http://schemas.openxmlformats.org/officeDocument/2006/relationships/tags" Target="../tags/tag274.xml"/><Relationship Id="rId12" Type="http://schemas.openxmlformats.org/officeDocument/2006/relationships/image" Target="../media/image14.jpeg"/><Relationship Id="rId11" Type="http://schemas.openxmlformats.org/officeDocument/2006/relationships/tags" Target="../tags/tag273.xml"/><Relationship Id="rId10" Type="http://schemas.openxmlformats.org/officeDocument/2006/relationships/image" Target="../media/image13.jpeg"/><Relationship Id="rId1" Type="http://schemas.openxmlformats.org/officeDocument/2006/relationships/tags" Target="../tags/tag265.xml"/></Relationships>
</file>

<file path=ppt/slides/_rels/slide10.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8" Type="http://schemas.openxmlformats.org/officeDocument/2006/relationships/slideLayout" Target="../slideLayouts/slideLayout19.xml"/><Relationship Id="rId37" Type="http://schemas.openxmlformats.org/officeDocument/2006/relationships/tags" Target="../tags/tag313.xml"/><Relationship Id="rId36" Type="http://schemas.openxmlformats.org/officeDocument/2006/relationships/image" Target="../media/image26.svg"/><Relationship Id="rId35" Type="http://schemas.openxmlformats.org/officeDocument/2006/relationships/image" Target="../media/image25.png"/><Relationship Id="rId34" Type="http://schemas.openxmlformats.org/officeDocument/2006/relationships/tags" Target="../tags/tag312.xml"/><Relationship Id="rId33" Type="http://schemas.openxmlformats.org/officeDocument/2006/relationships/image" Target="../media/image24.svg"/><Relationship Id="rId32" Type="http://schemas.openxmlformats.org/officeDocument/2006/relationships/image" Target="../media/image23.png"/><Relationship Id="rId31" Type="http://schemas.openxmlformats.org/officeDocument/2006/relationships/tags" Target="../tags/tag311.xml"/><Relationship Id="rId30" Type="http://schemas.openxmlformats.org/officeDocument/2006/relationships/tags" Target="../tags/tag310.xml"/><Relationship Id="rId3" Type="http://schemas.openxmlformats.org/officeDocument/2006/relationships/tags" Target="../tags/tag289.xml"/><Relationship Id="rId29" Type="http://schemas.openxmlformats.org/officeDocument/2006/relationships/image" Target="../media/image22.svg"/><Relationship Id="rId28" Type="http://schemas.openxmlformats.org/officeDocument/2006/relationships/image" Target="../media/image21.png"/><Relationship Id="rId27" Type="http://schemas.openxmlformats.org/officeDocument/2006/relationships/tags" Target="../tags/tag309.xml"/><Relationship Id="rId26" Type="http://schemas.openxmlformats.org/officeDocument/2006/relationships/image" Target="../media/image20.svg"/><Relationship Id="rId25" Type="http://schemas.openxmlformats.org/officeDocument/2006/relationships/image" Target="../media/image19.png"/><Relationship Id="rId24" Type="http://schemas.openxmlformats.org/officeDocument/2006/relationships/tags" Target="../tags/tag308.xml"/><Relationship Id="rId23" Type="http://schemas.openxmlformats.org/officeDocument/2006/relationships/image" Target="../media/image18.svg"/><Relationship Id="rId22" Type="http://schemas.openxmlformats.org/officeDocument/2006/relationships/image" Target="../media/image17.png"/><Relationship Id="rId21" Type="http://schemas.openxmlformats.org/officeDocument/2006/relationships/tags" Target="../tags/tag307.xml"/><Relationship Id="rId20" Type="http://schemas.openxmlformats.org/officeDocument/2006/relationships/tags" Target="../tags/tag306.xml"/><Relationship Id="rId2" Type="http://schemas.openxmlformats.org/officeDocument/2006/relationships/tags" Target="../tags/tag288.xml"/><Relationship Id="rId19" Type="http://schemas.openxmlformats.org/officeDocument/2006/relationships/tags" Target="../tags/tag305.xml"/><Relationship Id="rId18" Type="http://schemas.openxmlformats.org/officeDocument/2006/relationships/tags" Target="../tags/tag304.xml"/><Relationship Id="rId17" Type="http://schemas.openxmlformats.org/officeDocument/2006/relationships/tags" Target="../tags/tag303.xml"/><Relationship Id="rId16" Type="http://schemas.openxmlformats.org/officeDocument/2006/relationships/tags" Target="../tags/tag302.xml"/><Relationship Id="rId15" Type="http://schemas.openxmlformats.org/officeDocument/2006/relationships/tags" Target="../tags/tag301.xml"/><Relationship Id="rId14" Type="http://schemas.openxmlformats.org/officeDocument/2006/relationships/tags" Target="../tags/tag300.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tags" Target="../tags/tag297.xml"/><Relationship Id="rId10" Type="http://schemas.openxmlformats.org/officeDocument/2006/relationships/tags" Target="../tags/tag296.xml"/><Relationship Id="rId1" Type="http://schemas.openxmlformats.org/officeDocument/2006/relationships/tags" Target="../tags/tag287.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317.xml"/><Relationship Id="rId4" Type="http://schemas.openxmlformats.org/officeDocument/2006/relationships/image" Target="../media/image1.png"/><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image" Target="../media/image27.png"/><Relationship Id="rId2" Type="http://schemas.openxmlformats.org/officeDocument/2006/relationships/tags" Target="../tags/tag319.xml"/><Relationship Id="rId1" Type="http://schemas.openxmlformats.org/officeDocument/2006/relationships/tags" Target="../tags/tag318.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8.xml"/><Relationship Id="rId7" Type="http://schemas.openxmlformats.org/officeDocument/2006/relationships/tags" Target="../tags/tag327.xml"/><Relationship Id="rId6" Type="http://schemas.openxmlformats.org/officeDocument/2006/relationships/tags" Target="../tags/tag326.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image" Target="../media/image28.png"/><Relationship Id="rId2" Type="http://schemas.openxmlformats.org/officeDocument/2006/relationships/tags" Target="../tags/tag323.xml"/><Relationship Id="rId1" Type="http://schemas.openxmlformats.org/officeDocument/2006/relationships/tags" Target="../tags/tag322.xml"/></Relationships>
</file>

<file path=ppt/slides/_rels/slide14.xml.rels><?xml version="1.0" encoding="UTF-8" standalone="yes"?>
<Relationships xmlns="http://schemas.openxmlformats.org/package/2006/relationships"><Relationship Id="rId9" Type="http://schemas.openxmlformats.org/officeDocument/2006/relationships/tags" Target="../tags/tag336.xml"/><Relationship Id="rId8" Type="http://schemas.openxmlformats.org/officeDocument/2006/relationships/tags" Target="../tags/tag335.xml"/><Relationship Id="rId7" Type="http://schemas.openxmlformats.org/officeDocument/2006/relationships/tags" Target="../tags/tag334.xml"/><Relationship Id="rId6" Type="http://schemas.openxmlformats.org/officeDocument/2006/relationships/tags" Target="../tags/tag333.xml"/><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tags" Target="../tags/tag329.xml"/><Relationship Id="rId19" Type="http://schemas.openxmlformats.org/officeDocument/2006/relationships/notesSlide" Target="../notesSlides/notesSlide4.xml"/><Relationship Id="rId18" Type="http://schemas.openxmlformats.org/officeDocument/2006/relationships/slideLayout" Target="../slideLayouts/slideLayout18.xml"/><Relationship Id="rId17" Type="http://schemas.openxmlformats.org/officeDocument/2006/relationships/tags" Target="../tags/tag344.xml"/><Relationship Id="rId16" Type="http://schemas.openxmlformats.org/officeDocument/2006/relationships/tags" Target="../tags/tag343.xml"/><Relationship Id="rId15" Type="http://schemas.openxmlformats.org/officeDocument/2006/relationships/tags" Target="../tags/tag342.xml"/><Relationship Id="rId14" Type="http://schemas.openxmlformats.org/officeDocument/2006/relationships/tags" Target="../tags/tag341.xml"/><Relationship Id="rId13" Type="http://schemas.openxmlformats.org/officeDocument/2006/relationships/tags" Target="../tags/tag340.xml"/><Relationship Id="rId12" Type="http://schemas.openxmlformats.org/officeDocument/2006/relationships/tags" Target="../tags/tag339.xml"/><Relationship Id="rId11" Type="http://schemas.openxmlformats.org/officeDocument/2006/relationships/tags" Target="../tags/tag338.xml"/><Relationship Id="rId10" Type="http://schemas.openxmlformats.org/officeDocument/2006/relationships/tags" Target="../tags/tag337.xml"/><Relationship Id="rId1" Type="http://schemas.openxmlformats.org/officeDocument/2006/relationships/tags" Target="../tags/tag328.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image" Target="../media/image29.jpeg"/><Relationship Id="rId10" Type="http://schemas.openxmlformats.org/officeDocument/2006/relationships/notesSlide" Target="../notesSlides/notesSlide5.xml"/><Relationship Id="rId1" Type="http://schemas.openxmlformats.org/officeDocument/2006/relationships/tags" Target="../tags/tag345.xml"/></Relationships>
</file>

<file path=ppt/slides/_rels/slide16.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image" Target="../media/image30.jpeg"/><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3" Type="http://schemas.openxmlformats.org/officeDocument/2006/relationships/notesSlide" Target="../notesSlides/notesSlide6.xml"/><Relationship Id="rId12" Type="http://schemas.openxmlformats.org/officeDocument/2006/relationships/slideLayout" Target="../slideLayouts/slideLayout18.xml"/><Relationship Id="rId11" Type="http://schemas.openxmlformats.org/officeDocument/2006/relationships/tags" Target="../tags/tag360.xml"/><Relationship Id="rId10" Type="http://schemas.openxmlformats.org/officeDocument/2006/relationships/image" Target="../media/image31.jpeg"/><Relationship Id="rId1" Type="http://schemas.openxmlformats.org/officeDocument/2006/relationships/tags" Target="../tags/tag352.xml"/></Relationships>
</file>

<file path=ppt/slides/_rels/slide17.xml.rels><?xml version="1.0" encoding="UTF-8" standalone="yes"?>
<Relationships xmlns="http://schemas.openxmlformats.org/package/2006/relationships"><Relationship Id="rId9" Type="http://schemas.openxmlformats.org/officeDocument/2006/relationships/image" Target="../media/image32.jpeg"/><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2" Type="http://schemas.openxmlformats.org/officeDocument/2006/relationships/slideLayout" Target="../slideLayouts/slideLayout18.xml"/><Relationship Id="rId11" Type="http://schemas.openxmlformats.org/officeDocument/2006/relationships/tags" Target="../tags/tag370.xml"/><Relationship Id="rId10" Type="http://schemas.openxmlformats.org/officeDocument/2006/relationships/tags" Target="../tags/tag369.xml"/><Relationship Id="rId1" Type="http://schemas.openxmlformats.org/officeDocument/2006/relationships/tags" Target="../tags/tag36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tags" Target="../tags/tag374.xml"/><Relationship Id="rId4" Type="http://schemas.openxmlformats.org/officeDocument/2006/relationships/image" Target="../media/image1.png"/><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tags" Target="../tags/tag371.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tags" Target="../tags/tag378.xml"/><Relationship Id="rId5" Type="http://schemas.openxmlformats.org/officeDocument/2006/relationships/image" Target="../media/image34.png"/><Relationship Id="rId4" Type="http://schemas.openxmlformats.org/officeDocument/2006/relationships/tags" Target="../tags/tag377.xml"/><Relationship Id="rId3" Type="http://schemas.openxmlformats.org/officeDocument/2006/relationships/image" Target="../media/image33.png"/><Relationship Id="rId2" Type="http://schemas.openxmlformats.org/officeDocument/2006/relationships/tags" Target="../tags/tag376.xml"/><Relationship Id="rId1" Type="http://schemas.openxmlformats.org/officeDocument/2006/relationships/tags" Target="../tags/tag375.xml"/></Relationships>
</file>

<file path=ppt/slides/_rels/slide20.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3" Type="http://schemas.openxmlformats.org/officeDocument/2006/relationships/slideLayout" Target="../slideLayouts/slideLayout18.xml"/><Relationship Id="rId22" Type="http://schemas.openxmlformats.org/officeDocument/2006/relationships/tags" Target="../tags/tag396.xml"/><Relationship Id="rId21" Type="http://schemas.openxmlformats.org/officeDocument/2006/relationships/tags" Target="../tags/tag395.xml"/><Relationship Id="rId20" Type="http://schemas.openxmlformats.org/officeDocument/2006/relationships/tags" Target="../tags/tag394.xml"/><Relationship Id="rId2" Type="http://schemas.openxmlformats.org/officeDocument/2006/relationships/tags" Target="../tags/tag380.xml"/><Relationship Id="rId19" Type="http://schemas.openxmlformats.org/officeDocument/2006/relationships/tags" Target="../tags/tag393.xml"/><Relationship Id="rId18" Type="http://schemas.openxmlformats.org/officeDocument/2006/relationships/tags" Target="../tags/tag392.xml"/><Relationship Id="rId17" Type="http://schemas.openxmlformats.org/officeDocument/2006/relationships/image" Target="../media/image38.jpeg"/><Relationship Id="rId16" Type="http://schemas.openxmlformats.org/officeDocument/2006/relationships/tags" Target="../tags/tag391.xml"/><Relationship Id="rId15" Type="http://schemas.openxmlformats.org/officeDocument/2006/relationships/image" Target="../media/image37.jpeg"/><Relationship Id="rId14" Type="http://schemas.openxmlformats.org/officeDocument/2006/relationships/tags" Target="../tags/tag390.xml"/><Relationship Id="rId13" Type="http://schemas.openxmlformats.org/officeDocument/2006/relationships/image" Target="../media/image36.jpeg"/><Relationship Id="rId12" Type="http://schemas.openxmlformats.org/officeDocument/2006/relationships/tags" Target="../tags/tag389.xml"/><Relationship Id="rId11" Type="http://schemas.openxmlformats.org/officeDocument/2006/relationships/image" Target="../media/image35.jpeg"/><Relationship Id="rId10" Type="http://schemas.openxmlformats.org/officeDocument/2006/relationships/tags" Target="../tags/tag388.xml"/><Relationship Id="rId1" Type="http://schemas.openxmlformats.org/officeDocument/2006/relationships/tags" Target="../tags/tag379.xml"/></Relationships>
</file>

<file path=ppt/slides/_rels/slide21.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7" Type="http://schemas.openxmlformats.org/officeDocument/2006/relationships/slideLayout" Target="../slideLayouts/slideLayout19.xml"/><Relationship Id="rId26" Type="http://schemas.openxmlformats.org/officeDocument/2006/relationships/tags" Target="../tags/tag418.xml"/><Relationship Id="rId25" Type="http://schemas.openxmlformats.org/officeDocument/2006/relationships/image" Target="../media/image42.jpeg"/><Relationship Id="rId24" Type="http://schemas.openxmlformats.org/officeDocument/2006/relationships/tags" Target="../tags/tag417.xml"/><Relationship Id="rId23" Type="http://schemas.openxmlformats.org/officeDocument/2006/relationships/image" Target="../media/image41.jpeg"/><Relationship Id="rId22" Type="http://schemas.openxmlformats.org/officeDocument/2006/relationships/tags" Target="../tags/tag416.xml"/><Relationship Id="rId21" Type="http://schemas.openxmlformats.org/officeDocument/2006/relationships/image" Target="../media/image40.jpeg"/><Relationship Id="rId20" Type="http://schemas.openxmlformats.org/officeDocument/2006/relationships/tags" Target="../tags/tag415.xml"/><Relationship Id="rId2" Type="http://schemas.openxmlformats.org/officeDocument/2006/relationships/tags" Target="../tags/tag398.xml"/><Relationship Id="rId19" Type="http://schemas.openxmlformats.org/officeDocument/2006/relationships/image" Target="../media/image39.jpeg"/><Relationship Id="rId18" Type="http://schemas.openxmlformats.org/officeDocument/2006/relationships/tags" Target="../tags/tag414.xml"/><Relationship Id="rId17" Type="http://schemas.openxmlformats.org/officeDocument/2006/relationships/tags" Target="../tags/tag413.xml"/><Relationship Id="rId16" Type="http://schemas.openxmlformats.org/officeDocument/2006/relationships/tags" Target="../tags/tag412.xml"/><Relationship Id="rId15" Type="http://schemas.openxmlformats.org/officeDocument/2006/relationships/tags" Target="../tags/tag411.xml"/><Relationship Id="rId14" Type="http://schemas.openxmlformats.org/officeDocument/2006/relationships/tags" Target="../tags/tag410.xml"/><Relationship Id="rId13" Type="http://schemas.openxmlformats.org/officeDocument/2006/relationships/tags" Target="../tags/tag409.xml"/><Relationship Id="rId12" Type="http://schemas.openxmlformats.org/officeDocument/2006/relationships/tags" Target="../tags/tag408.xml"/><Relationship Id="rId11" Type="http://schemas.openxmlformats.org/officeDocument/2006/relationships/tags" Target="../tags/tag407.xml"/><Relationship Id="rId10" Type="http://schemas.openxmlformats.org/officeDocument/2006/relationships/tags" Target="../tags/tag406.xml"/><Relationship Id="rId1" Type="http://schemas.openxmlformats.org/officeDocument/2006/relationships/tags" Target="../tags/tag397.xml"/></Relationships>
</file>

<file path=ppt/slides/_rels/slide22.xml.rels><?xml version="1.0" encoding="UTF-8" standalone="yes"?>
<Relationships xmlns="http://schemas.openxmlformats.org/package/2006/relationships"><Relationship Id="rId9" Type="http://schemas.openxmlformats.org/officeDocument/2006/relationships/tags" Target="../tags/tag427.xml"/><Relationship Id="rId8" Type="http://schemas.openxmlformats.org/officeDocument/2006/relationships/tags" Target="../tags/tag426.xml"/><Relationship Id="rId7" Type="http://schemas.openxmlformats.org/officeDocument/2006/relationships/tags" Target="../tags/tag425.xml"/><Relationship Id="rId6" Type="http://schemas.openxmlformats.org/officeDocument/2006/relationships/tags" Target="../tags/tag424.xml"/><Relationship Id="rId5" Type="http://schemas.openxmlformats.org/officeDocument/2006/relationships/tags" Target="../tags/tag423.xml"/><Relationship Id="rId4" Type="http://schemas.openxmlformats.org/officeDocument/2006/relationships/tags" Target="../tags/tag422.xml"/><Relationship Id="rId3" Type="http://schemas.openxmlformats.org/officeDocument/2006/relationships/tags" Target="../tags/tag421.xml"/><Relationship Id="rId2" Type="http://schemas.openxmlformats.org/officeDocument/2006/relationships/tags" Target="../tags/tag420.xml"/><Relationship Id="rId17" Type="http://schemas.openxmlformats.org/officeDocument/2006/relationships/notesSlide" Target="../notesSlides/notesSlide7.xml"/><Relationship Id="rId16" Type="http://schemas.openxmlformats.org/officeDocument/2006/relationships/slideLayout" Target="../slideLayouts/slideLayout18.xml"/><Relationship Id="rId15" Type="http://schemas.openxmlformats.org/officeDocument/2006/relationships/tags" Target="../tags/tag433.xml"/><Relationship Id="rId14" Type="http://schemas.openxmlformats.org/officeDocument/2006/relationships/tags" Target="../tags/tag432.xml"/><Relationship Id="rId13" Type="http://schemas.openxmlformats.org/officeDocument/2006/relationships/tags" Target="../tags/tag431.xml"/><Relationship Id="rId12" Type="http://schemas.openxmlformats.org/officeDocument/2006/relationships/tags" Target="../tags/tag430.xml"/><Relationship Id="rId11" Type="http://schemas.openxmlformats.org/officeDocument/2006/relationships/tags" Target="../tags/tag429.xml"/><Relationship Id="rId10" Type="http://schemas.openxmlformats.org/officeDocument/2006/relationships/tags" Target="../tags/tag428.xml"/><Relationship Id="rId1" Type="http://schemas.openxmlformats.org/officeDocument/2006/relationships/tags" Target="../tags/tag419.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2.xml"/><Relationship Id="rId7" Type="http://schemas.openxmlformats.org/officeDocument/2006/relationships/tags" Target="../tags/tag439.xml"/><Relationship Id="rId6" Type="http://schemas.openxmlformats.org/officeDocument/2006/relationships/image" Target="../media/image1.png"/><Relationship Id="rId5" Type="http://schemas.openxmlformats.org/officeDocument/2006/relationships/tags" Target="../tags/tag438.xml"/><Relationship Id="rId4" Type="http://schemas.openxmlformats.org/officeDocument/2006/relationships/tags" Target="../tags/tag437.xml"/><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p:cNvSpPr>
            <a:spLocks noGrp="1"/>
          </p:cNvSpPr>
          <p:nvPr>
            <p:ph type="ctrTitle"/>
            <p:custDataLst>
              <p:tags r:id="rId1"/>
            </p:custDataLst>
          </p:nvPr>
        </p:nvSpPr>
        <p:spPr/>
        <p:txBody>
          <a:bodyPr>
            <a:normAutofit fontScale="90000"/>
          </a:bodyPr>
          <a:p>
            <a:pPr marL="0" indent="0" algn="ctr">
              <a:lnSpc>
                <a:spcPct val="100000"/>
              </a:lnSpc>
              <a:spcBef>
                <a:spcPts val="0"/>
              </a:spcBef>
              <a:spcAft>
                <a:spcPts val="0"/>
              </a:spcAft>
              <a:buSzPct val="100000"/>
            </a:pPr>
            <a:r>
              <a:rPr lang="zh-CN" altLang="en-US" sz="6600"/>
              <a:t>基于深度学习的短视频推送系统</a:t>
            </a:r>
            <a:endParaRPr lang="zh-CN" altLang="en-US" sz="6600"/>
          </a:p>
        </p:txBody>
      </p:sp>
      <p:sp>
        <p:nvSpPr>
          <p:cNvPr id="8" name="公司名"/>
          <p:cNvSpPr>
            <a:spLocks noGrp="1"/>
          </p:cNvSpPr>
          <p:nvPr>
            <p:ph type="body" sz="quarter" idx="13"/>
            <p:custDataLst>
              <p:tags r:id="rId2"/>
            </p:custDataLst>
          </p:nvPr>
        </p:nvSpPr>
        <p:spPr/>
        <p:txBody>
          <a:bodyPr/>
          <a:p>
            <a:pPr marL="0" indent="0" algn="l">
              <a:lnSpc>
                <a:spcPct val="100000"/>
              </a:lnSpc>
              <a:spcBef>
                <a:spcPts val="1000"/>
              </a:spcBef>
              <a:spcAft>
                <a:spcPts val="0"/>
              </a:spcAft>
              <a:buSzPct val="100000"/>
            </a:pPr>
            <a:r>
              <a:rPr lang="en-US" altLang="zh-CN" sz="1400"/>
              <a:t> </a:t>
            </a:r>
            <a:endParaRPr lang="en-US" altLang="zh-CN" sz="1400"/>
          </a:p>
        </p:txBody>
      </p:sp>
      <p:sp>
        <p:nvSpPr>
          <p:cNvPr id="9" name="日期时间"/>
          <p:cNvSpPr>
            <a:spLocks noGrp="1"/>
          </p:cNvSpPr>
          <p:nvPr>
            <p:ph type="body" sz="quarter" idx="14"/>
            <p:custDataLst>
              <p:tags r:id="rId3"/>
            </p:custDataLst>
          </p:nvPr>
        </p:nvSpPr>
        <p:spPr>
          <a:xfrm>
            <a:off x="6250900" y="4643945"/>
            <a:ext cx="2520000" cy="432000"/>
          </a:xfrm>
          <a:prstGeom prst="roundRect">
            <a:avLst>
              <a:gd name="adj" fmla="val 50000"/>
            </a:avLst>
          </a:prstGeom>
          <a:solidFill>
            <a:schemeClr val="accent2">
              <a:lumMod val="60000"/>
              <a:lumOff val="40000"/>
            </a:schemeClr>
          </a:solidFill>
        </p:spPr>
        <p:txBody>
          <a:bodyPr/>
          <a:p>
            <a:r>
              <a:rPr lang="zh-CN" altLang="en-US">
                <a:solidFill>
                  <a:schemeClr val="tx1"/>
                </a:solidFill>
              </a:rPr>
              <a:t>指导老师：</a:t>
            </a:r>
            <a:endParaRPr lang="zh-CN" altLang="en-US">
              <a:solidFill>
                <a:schemeClr val="tx1"/>
              </a:solidFill>
            </a:endParaRPr>
          </a:p>
        </p:txBody>
      </p:sp>
      <p:sp>
        <p:nvSpPr>
          <p:cNvPr id="11" name="年份"/>
          <p:cNvSpPr>
            <a:spLocks noGrp="1"/>
          </p:cNvSpPr>
          <p:nvPr>
            <p:ph type="body" sz="quarter" idx="15"/>
            <p:custDataLst>
              <p:tags r:id="rId4"/>
            </p:custDataLst>
          </p:nvPr>
        </p:nvSpPr>
        <p:spPr>
          <a:prstGeom prst="rect">
            <a:avLst/>
          </a:prstGeom>
        </p:spPr>
        <p:txBody>
          <a:bodyPr/>
          <a:p>
            <a:r>
              <a:rPr lang="en-US" altLang="en-US"/>
              <a:t>2025</a:t>
            </a:r>
            <a:endParaRPr lang="en-US" altLang="en-US"/>
          </a:p>
        </p:txBody>
      </p:sp>
      <p:sp>
        <p:nvSpPr>
          <p:cNvPr id="12" name="署名"/>
          <p:cNvSpPr>
            <a:spLocks noGrp="1"/>
          </p:cNvSpPr>
          <p:nvPr>
            <p:ph type="body" sz="quarter" idx="17"/>
            <p:custDataLst>
              <p:tags r:id="rId5"/>
            </p:custDataLst>
          </p:nvPr>
        </p:nvSpPr>
        <p:spPr>
          <a:xfrm>
            <a:off x="3575685" y="4643945"/>
            <a:ext cx="2520000" cy="432000"/>
          </a:xfrm>
          <a:prstGeom prst="roundRect">
            <a:avLst>
              <a:gd name="adj" fmla="val 50000"/>
            </a:avLst>
          </a:prstGeom>
          <a:solidFill>
            <a:schemeClr val="accent2">
              <a:lumMod val="60000"/>
              <a:lumOff val="40000"/>
            </a:schemeClr>
          </a:solidFill>
        </p:spPr>
        <p:txBody>
          <a:bodyPr/>
          <a:p>
            <a:r>
              <a:rPr lang="zh-CN" altLang="en-US">
                <a:solidFill>
                  <a:schemeClr val="tx1"/>
                </a:solidFill>
              </a:rPr>
              <a:t>汇报人</a:t>
            </a:r>
            <a:r>
              <a:rPr lang="en-US" altLang="zh-CN">
                <a:solidFill>
                  <a:schemeClr val="tx1"/>
                </a:solidFill>
              </a:rPr>
              <a:t>: </a:t>
            </a:r>
            <a:endParaRPr lang="zh-CN" altLang="en-US">
              <a:solidFill>
                <a:schemeClr val="tx1"/>
              </a:solidFill>
            </a:endParaRPr>
          </a:p>
        </p:txBody>
      </p:sp>
      <p:pic>
        <p:nvPicPr>
          <p:cNvPr id="2" name="图片 1"/>
          <p:cNvPicPr>
            <a:picLocks noChangeAspect="1"/>
          </p:cNvPicPr>
          <p:nvPr/>
        </p:nvPicPr>
        <p:blipFill>
          <a:blip r:embed="rId6"/>
          <a:srcRect r="6440"/>
          <a:stretch>
            <a:fillRect/>
          </a:stretch>
        </p:blipFill>
        <p:spPr>
          <a:xfrm>
            <a:off x="0" y="0"/>
            <a:ext cx="3897630" cy="1026795"/>
          </a:xfrm>
          <a:prstGeom prst="rect">
            <a:avLst/>
          </a:prstGeom>
          <a:noFill/>
          <a:ln>
            <a:noFill/>
          </a:ln>
        </p:spPr>
      </p:pic>
    </p:spTree>
    <p:custDataLst>
      <p:tags r:id="rId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p:cNvSpPr>
            <a:spLocks noGrp="1"/>
          </p:cNvSpPr>
          <p:nvPr>
            <p:ph type="title"/>
            <p:custDataLst>
              <p:tags r:id="rId1"/>
            </p:custDataLst>
          </p:nvPr>
        </p:nvSpPr>
        <p:spPr/>
        <p:txBody>
          <a:bodyPr/>
          <a:p>
            <a:pPr marL="0" indent="0" algn="ctr">
              <a:lnSpc>
                <a:spcPct val="100000"/>
              </a:lnSpc>
              <a:spcBef>
                <a:spcPts val="0"/>
              </a:spcBef>
              <a:spcAft>
                <a:spcPts val="0"/>
              </a:spcAft>
              <a:buSzPct val="100000"/>
            </a:pPr>
            <a:r>
              <a:rPr lang="zh-CN" altLang="en-US" sz="5400"/>
              <a:t>目录</a:t>
            </a:r>
            <a:endParaRPr lang="zh-CN" altLang="en-US" sz="5400"/>
          </a:p>
        </p:txBody>
      </p:sp>
      <p:sp>
        <p:nvSpPr>
          <p:cNvPr id="36" name="项标题"/>
          <p:cNvSpPr txBox="1"/>
          <p:nvPr>
            <p:custDataLst>
              <p:tags r:id="rId2"/>
            </p:custDataLst>
          </p:nvPr>
        </p:nvSpPr>
        <p:spPr>
          <a:xfrm>
            <a:off x="6743700" y="2295467"/>
            <a:ext cx="4317365" cy="441633"/>
          </a:xfrm>
          <a:prstGeom prst="rect">
            <a:avLst/>
          </a:prstGeom>
          <a:noFill/>
        </p:spPr>
        <p:txBody>
          <a:bodyPr wrap="square" lIns="0" tIns="0" rIns="0" bIns="0" rtlCol="0" anchor="ctr" anchorCtr="0">
            <a:noAutofit/>
          </a:bodyPr>
          <a:p>
            <a:pPr marL="0" indent="0" algn="l">
              <a:lnSpc>
                <a:spcPct val="100000"/>
              </a:lnSpc>
              <a:spcBef>
                <a:spcPts val="0"/>
              </a:spcBef>
              <a:spcAft>
                <a:spcPts val="0"/>
              </a:spcAft>
              <a:buSzPct val="100000"/>
            </a:pPr>
            <a:r>
              <a:rPr lang="en-US" altLang="zh-CN" sz="2000" spc="300" dirty="0">
                <a:solidFill>
                  <a:schemeClr val="tx2"/>
                </a:solidFill>
                <a:latin typeface="+mn-ea"/>
              </a:rPr>
              <a:t> </a:t>
            </a:r>
            <a:endParaRPr lang="en-US" altLang="zh-CN" sz="2000" spc="300" dirty="0">
              <a:solidFill>
                <a:schemeClr val="tx2"/>
              </a:solidFill>
              <a:latin typeface="+mn-ea"/>
            </a:endParaRPr>
          </a:p>
        </p:txBody>
      </p:sp>
      <p:sp>
        <p:nvSpPr>
          <p:cNvPr id="37" name="圆角矩形 15"/>
          <p:cNvSpPr/>
          <p:nvPr>
            <p:custDataLst>
              <p:tags r:id="rId3"/>
            </p:custDataLst>
          </p:nvPr>
        </p:nvSpPr>
        <p:spPr>
          <a:xfrm>
            <a:off x="5387340" y="2159508"/>
            <a:ext cx="5673725" cy="719454"/>
          </a:xfrm>
          <a:prstGeom prst="roundRect">
            <a:avLst>
              <a:gd name="adj" fmla="val 50000"/>
            </a:avLst>
          </a:prstGeom>
          <a:solidFill>
            <a:schemeClr val="bg1"/>
          </a:solidFill>
          <a:ln>
            <a:solidFill>
              <a:schemeClr val="accent1">
                <a:lumMod val="20000"/>
                <a:lumOff val="80000"/>
              </a:schemeClr>
            </a:solidFill>
          </a:ln>
          <a:effectLst>
            <a:outerShdw blurRad="127000" dist="127000" dir="2700000" algn="tl" rotWithShape="0">
              <a:schemeClr val="bg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n>
                <a:solidFill>
                  <a:schemeClr val="bg2">
                    <a:lumMod val="90000"/>
                  </a:schemeClr>
                </a:solidFill>
              </a:ln>
              <a:solidFill>
                <a:schemeClr val="bg1"/>
              </a:solidFill>
              <a:latin typeface="+mn-ea"/>
            </a:endParaRPr>
          </a:p>
        </p:txBody>
      </p:sp>
      <p:sp>
        <p:nvSpPr>
          <p:cNvPr id="38" name="序号"/>
          <p:cNvSpPr txBox="1"/>
          <p:nvPr>
            <p:custDataLst>
              <p:tags r:id="rId4"/>
            </p:custDataLst>
          </p:nvPr>
        </p:nvSpPr>
        <p:spPr>
          <a:xfrm>
            <a:off x="5656524" y="2300561"/>
            <a:ext cx="832600" cy="441799"/>
          </a:xfrm>
          <a:prstGeom prst="rect">
            <a:avLst/>
          </a:prstGeom>
          <a:noFill/>
        </p:spPr>
        <p:txBody>
          <a:bodyPr wrap="none" lIns="0" tIns="0" rIns="0" bIns="0" rtlCol="0" anchor="ctr" anchorCtr="0">
            <a:normAutofit lnSpcReduction="20000"/>
          </a:bodyPr>
          <a:p>
            <a:pPr algn="ctr">
              <a:lnSpc>
                <a:spcPct val="100000"/>
              </a:lnSpc>
            </a:pPr>
            <a:r>
              <a:rPr lang="en-US" sz="2800" b="1" dirty="0">
                <a:ln w="12700">
                  <a:solidFill>
                    <a:schemeClr val="tx2"/>
                  </a:solidFill>
                </a:ln>
                <a:solidFill>
                  <a:schemeClr val="accent1">
                    <a:lumMod val="20000"/>
                    <a:lumOff val="80000"/>
                  </a:schemeClr>
                </a:solidFill>
                <a:latin typeface="+mn-ea"/>
              </a:rPr>
              <a:t>01</a:t>
            </a:r>
            <a:endParaRPr lang="en-US" sz="2800" b="1" dirty="0">
              <a:ln w="12700">
                <a:solidFill>
                  <a:schemeClr val="tx2"/>
                </a:solidFill>
              </a:ln>
              <a:solidFill>
                <a:schemeClr val="accent1">
                  <a:lumMod val="20000"/>
                  <a:lumOff val="80000"/>
                </a:schemeClr>
              </a:solidFill>
              <a:latin typeface="+mn-ea"/>
            </a:endParaRPr>
          </a:p>
        </p:txBody>
      </p:sp>
      <p:sp>
        <p:nvSpPr>
          <p:cNvPr id="39" name="项标题"/>
          <p:cNvSpPr txBox="1"/>
          <p:nvPr>
            <p:custDataLst>
              <p:tags r:id="rId5"/>
            </p:custDataLst>
          </p:nvPr>
        </p:nvSpPr>
        <p:spPr>
          <a:xfrm>
            <a:off x="6743700" y="2300644"/>
            <a:ext cx="4317365" cy="441633"/>
          </a:xfrm>
          <a:prstGeom prst="rect">
            <a:avLst/>
          </a:prstGeom>
          <a:noFill/>
        </p:spPr>
        <p:txBody>
          <a:bodyPr wrap="square" lIns="0" tIns="0" rIns="0" bIns="0" rtlCol="0" anchor="ctr" anchorCtr="0">
            <a:noAutofit/>
          </a:bodyPr>
          <a:p>
            <a:pPr marL="0" indent="0" algn="l">
              <a:lnSpc>
                <a:spcPct val="100000"/>
              </a:lnSpc>
              <a:spcBef>
                <a:spcPts val="0"/>
              </a:spcBef>
              <a:spcAft>
                <a:spcPts val="0"/>
              </a:spcAft>
              <a:buSzPct val="100000"/>
            </a:pPr>
            <a:r>
              <a:rPr lang="zh-CN" altLang="en-US" sz="2000" spc="300" dirty="0">
                <a:solidFill>
                  <a:schemeClr val="tx2"/>
                </a:solidFill>
                <a:latin typeface="+mn-ea"/>
              </a:rPr>
              <a:t>基于深度学习的推荐系统构建</a:t>
            </a:r>
            <a:endParaRPr lang="zh-CN" altLang="en-US" sz="2000" spc="300" dirty="0">
              <a:solidFill>
                <a:schemeClr val="tx2"/>
              </a:solidFill>
              <a:latin typeface="+mn-ea"/>
            </a:endParaRPr>
          </a:p>
        </p:txBody>
      </p:sp>
      <p:sp>
        <p:nvSpPr>
          <p:cNvPr id="40" name="圆角矩形 18"/>
          <p:cNvSpPr/>
          <p:nvPr>
            <p:custDataLst>
              <p:tags r:id="rId6"/>
            </p:custDataLst>
          </p:nvPr>
        </p:nvSpPr>
        <p:spPr>
          <a:xfrm>
            <a:off x="5387340" y="2983356"/>
            <a:ext cx="5673725" cy="719454"/>
          </a:xfrm>
          <a:prstGeom prst="roundRect">
            <a:avLst>
              <a:gd name="adj" fmla="val 50000"/>
            </a:avLst>
          </a:prstGeom>
          <a:solidFill>
            <a:schemeClr val="bg1"/>
          </a:solidFill>
          <a:ln>
            <a:solidFill>
              <a:schemeClr val="accent1">
                <a:lumMod val="20000"/>
                <a:lumOff val="80000"/>
              </a:schemeClr>
            </a:solidFill>
          </a:ln>
          <a:effectLst>
            <a:outerShdw blurRad="127000" dist="127000" dir="2700000" algn="tl" rotWithShape="0">
              <a:schemeClr val="bg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n>
                <a:solidFill>
                  <a:schemeClr val="bg2">
                    <a:lumMod val="90000"/>
                  </a:schemeClr>
                </a:solidFill>
              </a:ln>
              <a:solidFill>
                <a:schemeClr val="bg1"/>
              </a:solidFill>
              <a:latin typeface="+mn-ea"/>
            </a:endParaRPr>
          </a:p>
        </p:txBody>
      </p:sp>
      <p:sp>
        <p:nvSpPr>
          <p:cNvPr id="41" name="序号"/>
          <p:cNvSpPr txBox="1"/>
          <p:nvPr>
            <p:custDataLst>
              <p:tags r:id="rId7"/>
            </p:custDataLst>
          </p:nvPr>
        </p:nvSpPr>
        <p:spPr>
          <a:xfrm>
            <a:off x="5656524" y="3125521"/>
            <a:ext cx="832600" cy="441799"/>
          </a:xfrm>
          <a:prstGeom prst="rect">
            <a:avLst/>
          </a:prstGeom>
          <a:noFill/>
        </p:spPr>
        <p:txBody>
          <a:bodyPr wrap="none" lIns="0" tIns="0" rIns="0" bIns="0" rtlCol="0" anchor="ctr" anchorCtr="0">
            <a:normAutofit lnSpcReduction="20000"/>
          </a:bodyPr>
          <a:p>
            <a:pPr algn="ctr">
              <a:lnSpc>
                <a:spcPct val="100000"/>
              </a:lnSpc>
            </a:pPr>
            <a:r>
              <a:rPr lang="en-US" sz="2800" b="1" dirty="0">
                <a:ln w="12700">
                  <a:solidFill>
                    <a:schemeClr val="tx2"/>
                  </a:solidFill>
                </a:ln>
                <a:solidFill>
                  <a:schemeClr val="accent1">
                    <a:lumMod val="20000"/>
                    <a:lumOff val="80000"/>
                  </a:schemeClr>
                </a:solidFill>
                <a:latin typeface="+mn-ea"/>
              </a:rPr>
              <a:t>02</a:t>
            </a:r>
            <a:endParaRPr lang="en-US" sz="2800" b="1" dirty="0">
              <a:ln w="12700">
                <a:solidFill>
                  <a:schemeClr val="tx2"/>
                </a:solidFill>
              </a:ln>
              <a:solidFill>
                <a:schemeClr val="accent1">
                  <a:lumMod val="20000"/>
                  <a:lumOff val="80000"/>
                </a:schemeClr>
              </a:solidFill>
              <a:latin typeface="+mn-ea"/>
            </a:endParaRPr>
          </a:p>
        </p:txBody>
      </p:sp>
      <p:sp>
        <p:nvSpPr>
          <p:cNvPr id="42" name="项标题"/>
          <p:cNvSpPr txBox="1"/>
          <p:nvPr>
            <p:custDataLst>
              <p:tags r:id="rId8"/>
            </p:custDataLst>
          </p:nvPr>
        </p:nvSpPr>
        <p:spPr>
          <a:xfrm>
            <a:off x="6743700" y="3125605"/>
            <a:ext cx="4317365" cy="441633"/>
          </a:xfrm>
          <a:prstGeom prst="rect">
            <a:avLst/>
          </a:prstGeom>
          <a:noFill/>
        </p:spPr>
        <p:txBody>
          <a:bodyPr wrap="square" lIns="0" tIns="0" rIns="0" bIns="0" rtlCol="0" anchor="ctr" anchorCtr="0">
            <a:noAutofit/>
          </a:bodyPr>
          <a:p>
            <a:pPr marL="0" indent="0" algn="l">
              <a:lnSpc>
                <a:spcPct val="100000"/>
              </a:lnSpc>
              <a:spcBef>
                <a:spcPts val="0"/>
              </a:spcBef>
              <a:spcAft>
                <a:spcPts val="0"/>
              </a:spcAft>
              <a:buSzPct val="100000"/>
            </a:pPr>
            <a:r>
              <a:rPr lang="zh-CN" altLang="en-US" sz="2000" spc="300" dirty="0">
                <a:solidFill>
                  <a:schemeClr val="tx2"/>
                </a:solidFill>
                <a:latin typeface="+mn-ea"/>
              </a:rPr>
              <a:t>实验设计与结果分析</a:t>
            </a:r>
            <a:endParaRPr lang="zh-CN" altLang="en-US" sz="2000" spc="300" dirty="0">
              <a:solidFill>
                <a:schemeClr val="tx2"/>
              </a:solidFill>
              <a:latin typeface="+mn-ea"/>
            </a:endParaRPr>
          </a:p>
        </p:txBody>
      </p:sp>
      <p:sp>
        <p:nvSpPr>
          <p:cNvPr id="43" name="圆角矩形 18"/>
          <p:cNvSpPr/>
          <p:nvPr>
            <p:custDataLst>
              <p:tags r:id="rId9"/>
            </p:custDataLst>
          </p:nvPr>
        </p:nvSpPr>
        <p:spPr>
          <a:xfrm>
            <a:off x="5387340" y="3807205"/>
            <a:ext cx="5673725" cy="719454"/>
          </a:xfrm>
          <a:prstGeom prst="roundRect">
            <a:avLst>
              <a:gd name="adj" fmla="val 50000"/>
            </a:avLst>
          </a:prstGeom>
          <a:solidFill>
            <a:schemeClr val="bg1"/>
          </a:solidFill>
          <a:ln>
            <a:solidFill>
              <a:schemeClr val="accent1">
                <a:lumMod val="20000"/>
                <a:lumOff val="80000"/>
              </a:schemeClr>
            </a:solidFill>
          </a:ln>
          <a:effectLst>
            <a:outerShdw blurRad="127000" dist="127000" dir="2700000" algn="tl" rotWithShape="0">
              <a:schemeClr val="bg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n>
                <a:solidFill>
                  <a:schemeClr val="bg2">
                    <a:lumMod val="90000"/>
                  </a:schemeClr>
                </a:solidFill>
              </a:ln>
              <a:solidFill>
                <a:schemeClr val="bg1"/>
              </a:solidFill>
              <a:latin typeface="+mn-ea"/>
            </a:endParaRPr>
          </a:p>
        </p:txBody>
      </p:sp>
      <p:sp>
        <p:nvSpPr>
          <p:cNvPr id="44" name="序号"/>
          <p:cNvSpPr txBox="1"/>
          <p:nvPr>
            <p:custDataLst>
              <p:tags r:id="rId10"/>
            </p:custDataLst>
          </p:nvPr>
        </p:nvSpPr>
        <p:spPr>
          <a:xfrm>
            <a:off x="5656524" y="3949370"/>
            <a:ext cx="832600" cy="441799"/>
          </a:xfrm>
          <a:prstGeom prst="rect">
            <a:avLst/>
          </a:prstGeom>
          <a:noFill/>
        </p:spPr>
        <p:txBody>
          <a:bodyPr wrap="none" lIns="0" tIns="0" rIns="0" bIns="0" rtlCol="0" anchor="ctr" anchorCtr="0">
            <a:normAutofit lnSpcReduction="20000"/>
          </a:bodyPr>
          <a:p>
            <a:pPr algn="ctr">
              <a:lnSpc>
                <a:spcPct val="100000"/>
              </a:lnSpc>
            </a:pPr>
            <a:r>
              <a:rPr lang="en-US" sz="2800" b="1" dirty="0">
                <a:ln w="12700">
                  <a:solidFill>
                    <a:schemeClr val="tx2"/>
                  </a:solidFill>
                </a:ln>
                <a:solidFill>
                  <a:schemeClr val="accent1">
                    <a:lumMod val="20000"/>
                    <a:lumOff val="80000"/>
                  </a:schemeClr>
                </a:solidFill>
                <a:latin typeface="+mn-ea"/>
              </a:rPr>
              <a:t>03</a:t>
            </a:r>
            <a:endParaRPr lang="en-US" sz="2800" b="1" dirty="0">
              <a:ln w="12700">
                <a:solidFill>
                  <a:schemeClr val="tx2"/>
                </a:solidFill>
              </a:ln>
              <a:solidFill>
                <a:schemeClr val="accent1">
                  <a:lumMod val="20000"/>
                  <a:lumOff val="80000"/>
                </a:schemeClr>
              </a:solidFill>
              <a:latin typeface="+mn-ea"/>
            </a:endParaRPr>
          </a:p>
        </p:txBody>
      </p:sp>
      <p:sp>
        <p:nvSpPr>
          <p:cNvPr id="45" name="项标题"/>
          <p:cNvSpPr txBox="1"/>
          <p:nvPr>
            <p:custDataLst>
              <p:tags r:id="rId11"/>
            </p:custDataLst>
          </p:nvPr>
        </p:nvSpPr>
        <p:spPr>
          <a:xfrm>
            <a:off x="6696075" y="3949454"/>
            <a:ext cx="4317365" cy="441633"/>
          </a:xfrm>
          <a:prstGeom prst="rect">
            <a:avLst/>
          </a:prstGeom>
          <a:noFill/>
        </p:spPr>
        <p:txBody>
          <a:bodyPr wrap="square" lIns="0" tIns="0" rIns="0" bIns="0" rtlCol="0" anchor="ctr" anchorCtr="0">
            <a:noAutofit/>
          </a:bodyPr>
          <a:p>
            <a:pPr marL="0" indent="0" algn="l">
              <a:lnSpc>
                <a:spcPct val="100000"/>
              </a:lnSpc>
              <a:spcBef>
                <a:spcPts val="0"/>
              </a:spcBef>
              <a:spcAft>
                <a:spcPts val="0"/>
              </a:spcAft>
              <a:buSzPct val="100000"/>
            </a:pPr>
            <a:r>
              <a:rPr lang="zh-CN" altLang="en-US" sz="2000" spc="300" dirty="0">
                <a:solidFill>
                  <a:schemeClr val="tx2"/>
                </a:solidFill>
                <a:latin typeface="+mn-ea"/>
              </a:rPr>
              <a:t>系统需求分析</a:t>
            </a:r>
            <a:r>
              <a:rPr lang="zh-CN" altLang="en-US" sz="2000" spc="300" dirty="0">
                <a:solidFill>
                  <a:schemeClr val="tx2"/>
                </a:solidFill>
                <a:latin typeface="+mn-ea"/>
              </a:rPr>
              <a:t>与实现</a:t>
            </a:r>
            <a:endParaRPr lang="zh-CN" altLang="en-US" sz="2000" spc="300" dirty="0">
              <a:solidFill>
                <a:schemeClr val="tx2"/>
              </a:solidFill>
              <a:latin typeface="+mn-ea"/>
            </a:endParaRPr>
          </a:p>
        </p:txBody>
      </p:sp>
      <p:sp>
        <p:nvSpPr>
          <p:cNvPr id="29" name="任意多边形: 形状 8"/>
          <p:cNvSpPr/>
          <p:nvPr>
            <p:custDataLst>
              <p:tags r:id="rId12"/>
            </p:custDataLst>
          </p:nvPr>
        </p:nvSpPr>
        <p:spPr>
          <a:xfrm>
            <a:off x="1750453" y="3745875"/>
            <a:ext cx="2542389" cy="141563"/>
          </a:xfrm>
          <a:custGeom>
            <a:avLst/>
            <a:gdLst>
              <a:gd name="connsiteX0" fmla="*/ 410412 w 2542389"/>
              <a:gd name="connsiteY0" fmla="*/ 25272 h 141563"/>
              <a:gd name="connsiteX1" fmla="*/ 383416 w 2542389"/>
              <a:gd name="connsiteY1" fmla="*/ 37997 h 141563"/>
              <a:gd name="connsiteX2" fmla="*/ 373563 w 2542389"/>
              <a:gd name="connsiteY2" fmla="*/ 70958 h 141563"/>
              <a:gd name="connsiteX3" fmla="*/ 383195 w 2542389"/>
              <a:gd name="connsiteY3" fmla="*/ 103610 h 141563"/>
              <a:gd name="connsiteX4" fmla="*/ 409617 w 2542389"/>
              <a:gd name="connsiteY4" fmla="*/ 116290 h 141563"/>
              <a:gd name="connsiteX5" fmla="*/ 436304 w 2542389"/>
              <a:gd name="connsiteY5" fmla="*/ 104140 h 141563"/>
              <a:gd name="connsiteX6" fmla="*/ 445847 w 2542389"/>
              <a:gd name="connsiteY6" fmla="*/ 71488 h 141563"/>
              <a:gd name="connsiteX7" fmla="*/ 436569 w 2542389"/>
              <a:gd name="connsiteY7" fmla="*/ 37688 h 141563"/>
              <a:gd name="connsiteX8" fmla="*/ 410412 w 2542389"/>
              <a:gd name="connsiteY8" fmla="*/ 25272 h 141563"/>
              <a:gd name="connsiteX9" fmla="*/ 2110309 w 2542389"/>
              <a:gd name="connsiteY9" fmla="*/ 2297 h 141563"/>
              <a:gd name="connsiteX10" fmla="*/ 2217586 w 2542389"/>
              <a:gd name="connsiteY10" fmla="*/ 2297 h 141563"/>
              <a:gd name="connsiteX11" fmla="*/ 2217586 w 2542389"/>
              <a:gd name="connsiteY11" fmla="*/ 26156 h 141563"/>
              <a:gd name="connsiteX12" fmla="*/ 2178528 w 2542389"/>
              <a:gd name="connsiteY12" fmla="*/ 26156 h 141563"/>
              <a:gd name="connsiteX13" fmla="*/ 2178528 w 2542389"/>
              <a:gd name="connsiteY13" fmla="*/ 139177 h 141563"/>
              <a:gd name="connsiteX14" fmla="*/ 2149278 w 2542389"/>
              <a:gd name="connsiteY14" fmla="*/ 139177 h 141563"/>
              <a:gd name="connsiteX15" fmla="*/ 2149278 w 2542389"/>
              <a:gd name="connsiteY15" fmla="*/ 26156 h 141563"/>
              <a:gd name="connsiteX16" fmla="*/ 2110309 w 2542389"/>
              <a:gd name="connsiteY16" fmla="*/ 26156 h 141563"/>
              <a:gd name="connsiteX17" fmla="*/ 1751647 w 2542389"/>
              <a:gd name="connsiteY17" fmla="*/ 2297 h 141563"/>
              <a:gd name="connsiteX18" fmla="*/ 1783459 w 2542389"/>
              <a:gd name="connsiteY18" fmla="*/ 2297 h 141563"/>
              <a:gd name="connsiteX19" fmla="*/ 1839307 w 2542389"/>
              <a:gd name="connsiteY19" fmla="*/ 88366 h 141563"/>
              <a:gd name="connsiteX20" fmla="*/ 1846111 w 2542389"/>
              <a:gd name="connsiteY20" fmla="*/ 99235 h 141563"/>
              <a:gd name="connsiteX21" fmla="*/ 1846553 w 2542389"/>
              <a:gd name="connsiteY21" fmla="*/ 99235 h 141563"/>
              <a:gd name="connsiteX22" fmla="*/ 1845669 w 2542389"/>
              <a:gd name="connsiteY22" fmla="*/ 80325 h 141563"/>
              <a:gd name="connsiteX23" fmla="*/ 1845669 w 2542389"/>
              <a:gd name="connsiteY23" fmla="*/ 2297 h 141563"/>
              <a:gd name="connsiteX24" fmla="*/ 1873328 w 2542389"/>
              <a:gd name="connsiteY24" fmla="*/ 2297 h 141563"/>
              <a:gd name="connsiteX25" fmla="*/ 1873328 w 2542389"/>
              <a:gd name="connsiteY25" fmla="*/ 139177 h 141563"/>
              <a:gd name="connsiteX26" fmla="*/ 1843460 w 2542389"/>
              <a:gd name="connsiteY26" fmla="*/ 139177 h 141563"/>
              <a:gd name="connsiteX27" fmla="*/ 1785491 w 2542389"/>
              <a:gd name="connsiteY27" fmla="*/ 50634 h 141563"/>
              <a:gd name="connsiteX28" fmla="*/ 1778952 w 2542389"/>
              <a:gd name="connsiteY28" fmla="*/ 39499 h 141563"/>
              <a:gd name="connsiteX29" fmla="*/ 1778511 w 2542389"/>
              <a:gd name="connsiteY29" fmla="*/ 39499 h 141563"/>
              <a:gd name="connsiteX30" fmla="*/ 1779306 w 2542389"/>
              <a:gd name="connsiteY30" fmla="*/ 61326 h 141563"/>
              <a:gd name="connsiteX31" fmla="*/ 1779306 w 2542389"/>
              <a:gd name="connsiteY31" fmla="*/ 139177 h 141563"/>
              <a:gd name="connsiteX32" fmla="*/ 1751647 w 2542389"/>
              <a:gd name="connsiteY32" fmla="*/ 139177 h 141563"/>
              <a:gd name="connsiteX33" fmla="*/ 1427797 w 2542389"/>
              <a:gd name="connsiteY33" fmla="*/ 2297 h 141563"/>
              <a:gd name="connsiteX34" fmla="*/ 1505648 w 2542389"/>
              <a:gd name="connsiteY34" fmla="*/ 2297 h 141563"/>
              <a:gd name="connsiteX35" fmla="*/ 1505648 w 2542389"/>
              <a:gd name="connsiteY35" fmla="*/ 26156 h 141563"/>
              <a:gd name="connsiteX36" fmla="*/ 1456958 w 2542389"/>
              <a:gd name="connsiteY36" fmla="*/ 26156 h 141563"/>
              <a:gd name="connsiteX37" fmla="*/ 1456958 w 2542389"/>
              <a:gd name="connsiteY37" fmla="*/ 58410 h 141563"/>
              <a:gd name="connsiteX38" fmla="*/ 1502202 w 2542389"/>
              <a:gd name="connsiteY38" fmla="*/ 58410 h 141563"/>
              <a:gd name="connsiteX39" fmla="*/ 1502202 w 2542389"/>
              <a:gd name="connsiteY39" fmla="*/ 82181 h 141563"/>
              <a:gd name="connsiteX40" fmla="*/ 1456958 w 2542389"/>
              <a:gd name="connsiteY40" fmla="*/ 82181 h 141563"/>
              <a:gd name="connsiteX41" fmla="*/ 1456958 w 2542389"/>
              <a:gd name="connsiteY41" fmla="*/ 115318 h 141563"/>
              <a:gd name="connsiteX42" fmla="*/ 1508829 w 2542389"/>
              <a:gd name="connsiteY42" fmla="*/ 115318 h 141563"/>
              <a:gd name="connsiteX43" fmla="*/ 1508829 w 2542389"/>
              <a:gd name="connsiteY43" fmla="*/ 139177 h 141563"/>
              <a:gd name="connsiteX44" fmla="*/ 1427797 w 2542389"/>
              <a:gd name="connsiteY44" fmla="*/ 139177 h 141563"/>
              <a:gd name="connsiteX45" fmla="*/ 1081609 w 2542389"/>
              <a:gd name="connsiteY45" fmla="*/ 2297 h 141563"/>
              <a:gd name="connsiteX46" fmla="*/ 1188886 w 2542389"/>
              <a:gd name="connsiteY46" fmla="*/ 2297 h 141563"/>
              <a:gd name="connsiteX47" fmla="*/ 1188886 w 2542389"/>
              <a:gd name="connsiteY47" fmla="*/ 26156 h 141563"/>
              <a:gd name="connsiteX48" fmla="*/ 1149828 w 2542389"/>
              <a:gd name="connsiteY48" fmla="*/ 26156 h 141563"/>
              <a:gd name="connsiteX49" fmla="*/ 1149828 w 2542389"/>
              <a:gd name="connsiteY49" fmla="*/ 139177 h 141563"/>
              <a:gd name="connsiteX50" fmla="*/ 1120578 w 2542389"/>
              <a:gd name="connsiteY50" fmla="*/ 139177 h 141563"/>
              <a:gd name="connsiteX51" fmla="*/ 1120578 w 2542389"/>
              <a:gd name="connsiteY51" fmla="*/ 26156 h 141563"/>
              <a:gd name="connsiteX52" fmla="*/ 1081609 w 2542389"/>
              <a:gd name="connsiteY52" fmla="*/ 26156 h 141563"/>
              <a:gd name="connsiteX53" fmla="*/ 722947 w 2542389"/>
              <a:gd name="connsiteY53" fmla="*/ 2297 h 141563"/>
              <a:gd name="connsiteX54" fmla="*/ 754759 w 2542389"/>
              <a:gd name="connsiteY54" fmla="*/ 2297 h 141563"/>
              <a:gd name="connsiteX55" fmla="*/ 810607 w 2542389"/>
              <a:gd name="connsiteY55" fmla="*/ 88366 h 141563"/>
              <a:gd name="connsiteX56" fmla="*/ 817411 w 2542389"/>
              <a:gd name="connsiteY56" fmla="*/ 99235 h 141563"/>
              <a:gd name="connsiteX57" fmla="*/ 817853 w 2542389"/>
              <a:gd name="connsiteY57" fmla="*/ 99235 h 141563"/>
              <a:gd name="connsiteX58" fmla="*/ 816969 w 2542389"/>
              <a:gd name="connsiteY58" fmla="*/ 80325 h 141563"/>
              <a:gd name="connsiteX59" fmla="*/ 816969 w 2542389"/>
              <a:gd name="connsiteY59" fmla="*/ 2297 h 141563"/>
              <a:gd name="connsiteX60" fmla="*/ 844628 w 2542389"/>
              <a:gd name="connsiteY60" fmla="*/ 2297 h 141563"/>
              <a:gd name="connsiteX61" fmla="*/ 844628 w 2542389"/>
              <a:gd name="connsiteY61" fmla="*/ 139177 h 141563"/>
              <a:gd name="connsiteX62" fmla="*/ 814760 w 2542389"/>
              <a:gd name="connsiteY62" fmla="*/ 139177 h 141563"/>
              <a:gd name="connsiteX63" fmla="*/ 756791 w 2542389"/>
              <a:gd name="connsiteY63" fmla="*/ 50634 h 141563"/>
              <a:gd name="connsiteX64" fmla="*/ 750252 w 2542389"/>
              <a:gd name="connsiteY64" fmla="*/ 39499 h 141563"/>
              <a:gd name="connsiteX65" fmla="*/ 749810 w 2542389"/>
              <a:gd name="connsiteY65" fmla="*/ 39499 h 141563"/>
              <a:gd name="connsiteX66" fmla="*/ 750606 w 2542389"/>
              <a:gd name="connsiteY66" fmla="*/ 61326 h 141563"/>
              <a:gd name="connsiteX67" fmla="*/ 750606 w 2542389"/>
              <a:gd name="connsiteY67" fmla="*/ 139177 h 141563"/>
              <a:gd name="connsiteX68" fmla="*/ 722947 w 2542389"/>
              <a:gd name="connsiteY68" fmla="*/ 139177 h 141563"/>
              <a:gd name="connsiteX69" fmla="*/ 2502713 w 2542389"/>
              <a:gd name="connsiteY69" fmla="*/ 0 h 141563"/>
              <a:gd name="connsiteX70" fmla="*/ 2536380 w 2542389"/>
              <a:gd name="connsiteY70" fmla="*/ 5213 h 141563"/>
              <a:gd name="connsiteX71" fmla="*/ 2536380 w 2542389"/>
              <a:gd name="connsiteY71" fmla="*/ 32607 h 141563"/>
              <a:gd name="connsiteX72" fmla="*/ 2504126 w 2542389"/>
              <a:gd name="connsiteY72" fmla="*/ 23240 h 141563"/>
              <a:gd name="connsiteX73" fmla="*/ 2486895 w 2542389"/>
              <a:gd name="connsiteY73" fmla="*/ 27172 h 141563"/>
              <a:gd name="connsiteX74" fmla="*/ 2480444 w 2542389"/>
              <a:gd name="connsiteY74" fmla="*/ 37732 h 141563"/>
              <a:gd name="connsiteX75" fmla="*/ 2484863 w 2542389"/>
              <a:gd name="connsiteY75" fmla="*/ 47497 h 141563"/>
              <a:gd name="connsiteX76" fmla="*/ 2506689 w 2542389"/>
              <a:gd name="connsiteY76" fmla="*/ 59559 h 141563"/>
              <a:gd name="connsiteX77" fmla="*/ 2534746 w 2542389"/>
              <a:gd name="connsiteY77" fmla="*/ 78027 h 141563"/>
              <a:gd name="connsiteX78" fmla="*/ 2542389 w 2542389"/>
              <a:gd name="connsiteY78" fmla="*/ 101179 h 141563"/>
              <a:gd name="connsiteX79" fmla="*/ 2528427 w 2542389"/>
              <a:gd name="connsiteY79" fmla="*/ 131224 h 141563"/>
              <a:gd name="connsiteX80" fmla="*/ 2488751 w 2542389"/>
              <a:gd name="connsiteY80" fmla="*/ 141563 h 141563"/>
              <a:gd name="connsiteX81" fmla="*/ 2450223 w 2542389"/>
              <a:gd name="connsiteY81" fmla="*/ 133963 h 141563"/>
              <a:gd name="connsiteX82" fmla="*/ 2450223 w 2542389"/>
              <a:gd name="connsiteY82" fmla="*/ 104714 h 141563"/>
              <a:gd name="connsiteX83" fmla="*/ 2487779 w 2542389"/>
              <a:gd name="connsiteY83" fmla="*/ 118411 h 141563"/>
              <a:gd name="connsiteX84" fmla="*/ 2505717 w 2542389"/>
              <a:gd name="connsiteY84" fmla="*/ 114302 h 141563"/>
              <a:gd name="connsiteX85" fmla="*/ 2511726 w 2542389"/>
              <a:gd name="connsiteY85" fmla="*/ 103742 h 141563"/>
              <a:gd name="connsiteX86" fmla="*/ 2506954 w 2542389"/>
              <a:gd name="connsiteY86" fmla="*/ 93226 h 141563"/>
              <a:gd name="connsiteX87" fmla="*/ 2481770 w 2542389"/>
              <a:gd name="connsiteY87" fmla="*/ 79795 h 141563"/>
              <a:gd name="connsiteX88" fmla="*/ 2449693 w 2542389"/>
              <a:gd name="connsiteY88" fmla="*/ 40206 h 141563"/>
              <a:gd name="connsiteX89" fmla="*/ 2464229 w 2542389"/>
              <a:gd name="connsiteY89" fmla="*/ 10559 h 141563"/>
              <a:gd name="connsiteX90" fmla="*/ 2502713 w 2542389"/>
              <a:gd name="connsiteY90" fmla="*/ 0 h 141563"/>
              <a:gd name="connsiteX91" fmla="*/ 411296 w 2542389"/>
              <a:gd name="connsiteY91" fmla="*/ 0 h 141563"/>
              <a:gd name="connsiteX92" fmla="*/ 458528 w 2542389"/>
              <a:gd name="connsiteY92" fmla="*/ 19529 h 141563"/>
              <a:gd name="connsiteX93" fmla="*/ 476422 w 2542389"/>
              <a:gd name="connsiteY93" fmla="*/ 69721 h 141563"/>
              <a:gd name="connsiteX94" fmla="*/ 457821 w 2542389"/>
              <a:gd name="connsiteY94" fmla="*/ 121636 h 141563"/>
              <a:gd name="connsiteX95" fmla="*/ 409087 w 2542389"/>
              <a:gd name="connsiteY95" fmla="*/ 141563 h 141563"/>
              <a:gd name="connsiteX96" fmla="*/ 361280 w 2542389"/>
              <a:gd name="connsiteY96" fmla="*/ 122255 h 141563"/>
              <a:gd name="connsiteX97" fmla="*/ 342900 w 2542389"/>
              <a:gd name="connsiteY97" fmla="*/ 72549 h 141563"/>
              <a:gd name="connsiteX98" fmla="*/ 361678 w 2542389"/>
              <a:gd name="connsiteY98" fmla="*/ 20191 h 141563"/>
              <a:gd name="connsiteX99" fmla="*/ 411296 w 2542389"/>
              <a:gd name="connsiteY99" fmla="*/ 0 h 141563"/>
              <a:gd name="connsiteX100" fmla="*/ 72638 w 2542389"/>
              <a:gd name="connsiteY100" fmla="*/ 0 h 141563"/>
              <a:gd name="connsiteX101" fmla="*/ 106217 w 2542389"/>
              <a:gd name="connsiteY101" fmla="*/ 5213 h 141563"/>
              <a:gd name="connsiteX102" fmla="*/ 106217 w 2542389"/>
              <a:gd name="connsiteY102" fmla="*/ 33402 h 141563"/>
              <a:gd name="connsiteX103" fmla="*/ 74758 w 2542389"/>
              <a:gd name="connsiteY103" fmla="*/ 25272 h 141563"/>
              <a:gd name="connsiteX104" fmla="*/ 42681 w 2542389"/>
              <a:gd name="connsiteY104" fmla="*/ 38086 h 141563"/>
              <a:gd name="connsiteX105" fmla="*/ 30663 w 2542389"/>
              <a:gd name="connsiteY105" fmla="*/ 71577 h 141563"/>
              <a:gd name="connsiteX106" fmla="*/ 42063 w 2542389"/>
              <a:gd name="connsiteY106" fmla="*/ 104007 h 141563"/>
              <a:gd name="connsiteX107" fmla="*/ 72903 w 2542389"/>
              <a:gd name="connsiteY107" fmla="*/ 116290 h 141563"/>
              <a:gd name="connsiteX108" fmla="*/ 106217 w 2542389"/>
              <a:gd name="connsiteY108" fmla="*/ 107453 h 141563"/>
              <a:gd name="connsiteX109" fmla="*/ 106217 w 2542389"/>
              <a:gd name="connsiteY109" fmla="*/ 134229 h 141563"/>
              <a:gd name="connsiteX110" fmla="*/ 67247 w 2542389"/>
              <a:gd name="connsiteY110" fmla="*/ 141563 h 141563"/>
              <a:gd name="connsiteX111" fmla="*/ 18160 w 2542389"/>
              <a:gd name="connsiteY111" fmla="*/ 123050 h 141563"/>
              <a:gd name="connsiteX112" fmla="*/ 0 w 2542389"/>
              <a:gd name="connsiteY112" fmla="*/ 73697 h 141563"/>
              <a:gd name="connsiteX113" fmla="*/ 20280 w 2542389"/>
              <a:gd name="connsiteY113" fmla="*/ 20633 h 141563"/>
              <a:gd name="connsiteX114" fmla="*/ 72638 w 2542389"/>
              <a:gd name="connsiteY114" fmla="*/ 0 h 141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2542389" h="141563">
                <a:moveTo>
                  <a:pt x="410412" y="25272"/>
                </a:moveTo>
                <a:cubicBezTo>
                  <a:pt x="398984" y="25272"/>
                  <a:pt x="389985" y="29514"/>
                  <a:pt x="383416" y="37997"/>
                </a:cubicBezTo>
                <a:cubicBezTo>
                  <a:pt x="376848" y="46480"/>
                  <a:pt x="373563" y="57467"/>
                  <a:pt x="373563" y="70958"/>
                </a:cubicBezTo>
                <a:cubicBezTo>
                  <a:pt x="373563" y="84272"/>
                  <a:pt x="376774" y="95156"/>
                  <a:pt x="383195" y="103610"/>
                </a:cubicBezTo>
                <a:cubicBezTo>
                  <a:pt x="389617" y="112063"/>
                  <a:pt x="398424" y="116290"/>
                  <a:pt x="409617" y="116290"/>
                </a:cubicBezTo>
                <a:cubicBezTo>
                  <a:pt x="421046" y="116290"/>
                  <a:pt x="429941" y="112240"/>
                  <a:pt x="436304" y="104140"/>
                </a:cubicBezTo>
                <a:cubicBezTo>
                  <a:pt x="442666" y="96039"/>
                  <a:pt x="445847" y="85156"/>
                  <a:pt x="445847" y="71488"/>
                </a:cubicBezTo>
                <a:cubicBezTo>
                  <a:pt x="445847" y="57232"/>
                  <a:pt x="442755" y="45965"/>
                  <a:pt x="436569" y="37688"/>
                </a:cubicBezTo>
                <a:cubicBezTo>
                  <a:pt x="430383" y="29411"/>
                  <a:pt x="421664" y="25272"/>
                  <a:pt x="410412" y="25272"/>
                </a:cubicBezTo>
                <a:close/>
                <a:moveTo>
                  <a:pt x="2110309" y="2297"/>
                </a:moveTo>
                <a:lnTo>
                  <a:pt x="2217586" y="2297"/>
                </a:lnTo>
                <a:lnTo>
                  <a:pt x="2217586" y="26156"/>
                </a:lnTo>
                <a:lnTo>
                  <a:pt x="2178528" y="26156"/>
                </a:lnTo>
                <a:lnTo>
                  <a:pt x="2178528" y="139177"/>
                </a:lnTo>
                <a:lnTo>
                  <a:pt x="2149278" y="139177"/>
                </a:lnTo>
                <a:lnTo>
                  <a:pt x="2149278" y="26156"/>
                </a:lnTo>
                <a:lnTo>
                  <a:pt x="2110309" y="26156"/>
                </a:lnTo>
                <a:close/>
                <a:moveTo>
                  <a:pt x="1751647" y="2297"/>
                </a:moveTo>
                <a:lnTo>
                  <a:pt x="1783459" y="2297"/>
                </a:lnTo>
                <a:lnTo>
                  <a:pt x="1839307" y="88366"/>
                </a:lnTo>
                <a:cubicBezTo>
                  <a:pt x="1843018" y="94081"/>
                  <a:pt x="1845286" y="97704"/>
                  <a:pt x="1846111" y="99235"/>
                </a:cubicBezTo>
                <a:lnTo>
                  <a:pt x="1846553" y="99235"/>
                </a:lnTo>
                <a:cubicBezTo>
                  <a:pt x="1845964" y="95936"/>
                  <a:pt x="1845669" y="89633"/>
                  <a:pt x="1845669" y="80325"/>
                </a:cubicBezTo>
                <a:lnTo>
                  <a:pt x="1845669" y="2297"/>
                </a:lnTo>
                <a:lnTo>
                  <a:pt x="1873328" y="2297"/>
                </a:lnTo>
                <a:lnTo>
                  <a:pt x="1873328" y="139177"/>
                </a:lnTo>
                <a:lnTo>
                  <a:pt x="1843460" y="139177"/>
                </a:lnTo>
                <a:lnTo>
                  <a:pt x="1785491" y="50634"/>
                </a:lnTo>
                <a:cubicBezTo>
                  <a:pt x="1782487" y="46039"/>
                  <a:pt x="1780307" y="42327"/>
                  <a:pt x="1778952" y="39499"/>
                </a:cubicBezTo>
                <a:lnTo>
                  <a:pt x="1778511" y="39499"/>
                </a:lnTo>
                <a:cubicBezTo>
                  <a:pt x="1779041" y="44212"/>
                  <a:pt x="1779306" y="51488"/>
                  <a:pt x="1779306" y="61326"/>
                </a:cubicBezTo>
                <a:lnTo>
                  <a:pt x="1779306" y="139177"/>
                </a:lnTo>
                <a:lnTo>
                  <a:pt x="1751647" y="139177"/>
                </a:lnTo>
                <a:close/>
                <a:moveTo>
                  <a:pt x="1427797" y="2297"/>
                </a:moveTo>
                <a:lnTo>
                  <a:pt x="1505648" y="2297"/>
                </a:lnTo>
                <a:lnTo>
                  <a:pt x="1505648" y="26156"/>
                </a:lnTo>
                <a:lnTo>
                  <a:pt x="1456958" y="26156"/>
                </a:lnTo>
                <a:lnTo>
                  <a:pt x="1456958" y="58410"/>
                </a:lnTo>
                <a:lnTo>
                  <a:pt x="1502202" y="58410"/>
                </a:lnTo>
                <a:lnTo>
                  <a:pt x="1502202" y="82181"/>
                </a:lnTo>
                <a:lnTo>
                  <a:pt x="1456958" y="82181"/>
                </a:lnTo>
                <a:lnTo>
                  <a:pt x="1456958" y="115318"/>
                </a:lnTo>
                <a:lnTo>
                  <a:pt x="1508829" y="115318"/>
                </a:lnTo>
                <a:lnTo>
                  <a:pt x="1508829" y="139177"/>
                </a:lnTo>
                <a:lnTo>
                  <a:pt x="1427797" y="139177"/>
                </a:lnTo>
                <a:close/>
                <a:moveTo>
                  <a:pt x="1081609" y="2297"/>
                </a:moveTo>
                <a:lnTo>
                  <a:pt x="1188886" y="2297"/>
                </a:lnTo>
                <a:lnTo>
                  <a:pt x="1188886" y="26156"/>
                </a:lnTo>
                <a:lnTo>
                  <a:pt x="1149828" y="26156"/>
                </a:lnTo>
                <a:lnTo>
                  <a:pt x="1149828" y="139177"/>
                </a:lnTo>
                <a:lnTo>
                  <a:pt x="1120578" y="139177"/>
                </a:lnTo>
                <a:lnTo>
                  <a:pt x="1120578" y="26156"/>
                </a:lnTo>
                <a:lnTo>
                  <a:pt x="1081609" y="26156"/>
                </a:lnTo>
                <a:close/>
                <a:moveTo>
                  <a:pt x="722947" y="2297"/>
                </a:moveTo>
                <a:lnTo>
                  <a:pt x="754759" y="2297"/>
                </a:lnTo>
                <a:lnTo>
                  <a:pt x="810607" y="88366"/>
                </a:lnTo>
                <a:cubicBezTo>
                  <a:pt x="814318" y="94081"/>
                  <a:pt x="816586" y="97704"/>
                  <a:pt x="817411" y="99235"/>
                </a:cubicBezTo>
                <a:lnTo>
                  <a:pt x="817853" y="99235"/>
                </a:lnTo>
                <a:cubicBezTo>
                  <a:pt x="817264" y="95936"/>
                  <a:pt x="816969" y="89633"/>
                  <a:pt x="816969" y="80325"/>
                </a:cubicBezTo>
                <a:lnTo>
                  <a:pt x="816969" y="2297"/>
                </a:lnTo>
                <a:lnTo>
                  <a:pt x="844628" y="2297"/>
                </a:lnTo>
                <a:lnTo>
                  <a:pt x="844628" y="139177"/>
                </a:lnTo>
                <a:lnTo>
                  <a:pt x="814760" y="139177"/>
                </a:lnTo>
                <a:lnTo>
                  <a:pt x="756791" y="50634"/>
                </a:lnTo>
                <a:cubicBezTo>
                  <a:pt x="753787" y="46039"/>
                  <a:pt x="751607" y="42327"/>
                  <a:pt x="750252" y="39499"/>
                </a:cubicBezTo>
                <a:lnTo>
                  <a:pt x="749810" y="39499"/>
                </a:lnTo>
                <a:cubicBezTo>
                  <a:pt x="750341" y="44212"/>
                  <a:pt x="750606" y="51488"/>
                  <a:pt x="750606" y="61326"/>
                </a:cubicBezTo>
                <a:lnTo>
                  <a:pt x="750606" y="139177"/>
                </a:lnTo>
                <a:lnTo>
                  <a:pt x="722947" y="139177"/>
                </a:lnTo>
                <a:close/>
                <a:moveTo>
                  <a:pt x="2502713" y="0"/>
                </a:moveTo>
                <a:cubicBezTo>
                  <a:pt x="2516085" y="0"/>
                  <a:pt x="2527308" y="1737"/>
                  <a:pt x="2536380" y="5213"/>
                </a:cubicBezTo>
                <a:lnTo>
                  <a:pt x="2536380" y="32607"/>
                </a:lnTo>
                <a:cubicBezTo>
                  <a:pt x="2527190" y="26362"/>
                  <a:pt x="2516439" y="23240"/>
                  <a:pt x="2504126" y="23240"/>
                </a:cubicBezTo>
                <a:cubicBezTo>
                  <a:pt x="2496939" y="23240"/>
                  <a:pt x="2491195" y="24551"/>
                  <a:pt x="2486895" y="27172"/>
                </a:cubicBezTo>
                <a:cubicBezTo>
                  <a:pt x="2482594" y="29794"/>
                  <a:pt x="2480444" y="33314"/>
                  <a:pt x="2480444" y="37732"/>
                </a:cubicBezTo>
                <a:cubicBezTo>
                  <a:pt x="2480444" y="41267"/>
                  <a:pt x="2481917" y="44522"/>
                  <a:pt x="2484863" y="47497"/>
                </a:cubicBezTo>
                <a:cubicBezTo>
                  <a:pt x="2487808" y="50472"/>
                  <a:pt x="2495083" y="54492"/>
                  <a:pt x="2506689" y="59559"/>
                </a:cubicBezTo>
                <a:cubicBezTo>
                  <a:pt x="2520298" y="65391"/>
                  <a:pt x="2529650" y="71547"/>
                  <a:pt x="2534746" y="78027"/>
                </a:cubicBezTo>
                <a:cubicBezTo>
                  <a:pt x="2539841" y="84508"/>
                  <a:pt x="2542389" y="92225"/>
                  <a:pt x="2542389" y="101179"/>
                </a:cubicBezTo>
                <a:cubicBezTo>
                  <a:pt x="2542389" y="114317"/>
                  <a:pt x="2537735" y="124332"/>
                  <a:pt x="2528427" y="131224"/>
                </a:cubicBezTo>
                <a:cubicBezTo>
                  <a:pt x="2519119" y="138117"/>
                  <a:pt x="2505894" y="141563"/>
                  <a:pt x="2488751" y="141563"/>
                </a:cubicBezTo>
                <a:cubicBezTo>
                  <a:pt x="2473080" y="141563"/>
                  <a:pt x="2460238" y="139030"/>
                  <a:pt x="2450223" y="133963"/>
                </a:cubicBezTo>
                <a:lnTo>
                  <a:pt x="2450223" y="104714"/>
                </a:lnTo>
                <a:cubicBezTo>
                  <a:pt x="2461239" y="113845"/>
                  <a:pt x="2473758" y="118411"/>
                  <a:pt x="2487779" y="118411"/>
                </a:cubicBezTo>
                <a:cubicBezTo>
                  <a:pt x="2495732" y="118411"/>
                  <a:pt x="2501711" y="117041"/>
                  <a:pt x="2505717" y="114302"/>
                </a:cubicBezTo>
                <a:cubicBezTo>
                  <a:pt x="2509723" y="111563"/>
                  <a:pt x="2511726" y="108043"/>
                  <a:pt x="2511726" y="103742"/>
                </a:cubicBezTo>
                <a:cubicBezTo>
                  <a:pt x="2511726" y="100031"/>
                  <a:pt x="2510135" y="96525"/>
                  <a:pt x="2506954" y="93226"/>
                </a:cubicBezTo>
                <a:cubicBezTo>
                  <a:pt x="2503773" y="89927"/>
                  <a:pt x="2495378" y="85450"/>
                  <a:pt x="2481770" y="79795"/>
                </a:cubicBezTo>
                <a:cubicBezTo>
                  <a:pt x="2460385" y="70722"/>
                  <a:pt x="2449693" y="57526"/>
                  <a:pt x="2449693" y="40206"/>
                </a:cubicBezTo>
                <a:cubicBezTo>
                  <a:pt x="2449693" y="27482"/>
                  <a:pt x="2454538" y="17599"/>
                  <a:pt x="2464229" y="10559"/>
                </a:cubicBezTo>
                <a:cubicBezTo>
                  <a:pt x="2473920" y="3520"/>
                  <a:pt x="2486748" y="0"/>
                  <a:pt x="2502713" y="0"/>
                </a:cubicBezTo>
                <a:close/>
                <a:moveTo>
                  <a:pt x="411296" y="0"/>
                </a:moveTo>
                <a:cubicBezTo>
                  <a:pt x="430855" y="0"/>
                  <a:pt x="446599" y="6509"/>
                  <a:pt x="458528" y="19529"/>
                </a:cubicBezTo>
                <a:cubicBezTo>
                  <a:pt x="470458" y="32548"/>
                  <a:pt x="476422" y="49279"/>
                  <a:pt x="476422" y="69721"/>
                </a:cubicBezTo>
                <a:cubicBezTo>
                  <a:pt x="476422" y="91047"/>
                  <a:pt x="470222" y="108352"/>
                  <a:pt x="457821" y="121636"/>
                </a:cubicBezTo>
                <a:cubicBezTo>
                  <a:pt x="445420" y="134921"/>
                  <a:pt x="429176" y="141563"/>
                  <a:pt x="409087" y="141563"/>
                </a:cubicBezTo>
                <a:cubicBezTo>
                  <a:pt x="389470" y="141563"/>
                  <a:pt x="373534" y="135127"/>
                  <a:pt x="361280" y="122255"/>
                </a:cubicBezTo>
                <a:cubicBezTo>
                  <a:pt x="349027" y="109383"/>
                  <a:pt x="342900" y="92814"/>
                  <a:pt x="342900" y="72549"/>
                </a:cubicBezTo>
                <a:cubicBezTo>
                  <a:pt x="342900" y="51105"/>
                  <a:pt x="349159" y="33653"/>
                  <a:pt x="361678" y="20191"/>
                </a:cubicBezTo>
                <a:cubicBezTo>
                  <a:pt x="374197" y="6730"/>
                  <a:pt x="390736" y="0"/>
                  <a:pt x="411296" y="0"/>
                </a:cubicBezTo>
                <a:close/>
                <a:moveTo>
                  <a:pt x="72638" y="0"/>
                </a:moveTo>
                <a:cubicBezTo>
                  <a:pt x="86010" y="0"/>
                  <a:pt x="97204" y="1737"/>
                  <a:pt x="106217" y="5213"/>
                </a:cubicBezTo>
                <a:lnTo>
                  <a:pt x="106217" y="33402"/>
                </a:lnTo>
                <a:cubicBezTo>
                  <a:pt x="96968" y="27982"/>
                  <a:pt x="86482" y="25272"/>
                  <a:pt x="74758" y="25272"/>
                </a:cubicBezTo>
                <a:cubicBezTo>
                  <a:pt x="61386" y="25272"/>
                  <a:pt x="50693" y="29544"/>
                  <a:pt x="42681" y="38086"/>
                </a:cubicBezTo>
                <a:cubicBezTo>
                  <a:pt x="34669" y="46628"/>
                  <a:pt x="30663" y="57791"/>
                  <a:pt x="30663" y="71577"/>
                </a:cubicBezTo>
                <a:cubicBezTo>
                  <a:pt x="30663" y="85008"/>
                  <a:pt x="34463" y="95819"/>
                  <a:pt x="42063" y="104007"/>
                </a:cubicBezTo>
                <a:cubicBezTo>
                  <a:pt x="49662" y="112196"/>
                  <a:pt x="59942" y="116290"/>
                  <a:pt x="72903" y="116290"/>
                </a:cubicBezTo>
                <a:cubicBezTo>
                  <a:pt x="85097" y="116290"/>
                  <a:pt x="96202" y="113345"/>
                  <a:pt x="106217" y="107453"/>
                </a:cubicBezTo>
                <a:lnTo>
                  <a:pt x="106217" y="134229"/>
                </a:lnTo>
                <a:cubicBezTo>
                  <a:pt x="96261" y="139118"/>
                  <a:pt x="83271" y="141563"/>
                  <a:pt x="67247" y="141563"/>
                </a:cubicBezTo>
                <a:cubicBezTo>
                  <a:pt x="46628" y="141563"/>
                  <a:pt x="30266" y="135392"/>
                  <a:pt x="18160" y="123050"/>
                </a:cubicBezTo>
                <a:cubicBezTo>
                  <a:pt x="6053" y="110708"/>
                  <a:pt x="0" y="94257"/>
                  <a:pt x="0" y="73697"/>
                </a:cubicBezTo>
                <a:cubicBezTo>
                  <a:pt x="0" y="52077"/>
                  <a:pt x="6760" y="34389"/>
                  <a:pt x="20280" y="20633"/>
                </a:cubicBezTo>
                <a:cubicBezTo>
                  <a:pt x="33800" y="6877"/>
                  <a:pt x="51253" y="0"/>
                  <a:pt x="72638"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bg1"/>
              </a:solidFill>
            </a:endParaRPr>
          </a:p>
        </p:txBody>
      </p:sp>
      <p:pic>
        <p:nvPicPr>
          <p:cNvPr id="2" name="图片 1"/>
          <p:cNvPicPr>
            <a:picLocks noChangeAspect="1"/>
          </p:cNvPicPr>
          <p:nvPr/>
        </p:nvPicPr>
        <p:blipFill>
          <a:blip r:embed="rId13"/>
          <a:srcRect r="6440"/>
          <a:stretch>
            <a:fillRect/>
          </a:stretch>
        </p:blipFill>
        <p:spPr>
          <a:xfrm>
            <a:off x="0" y="0"/>
            <a:ext cx="3897630" cy="1026795"/>
          </a:xfrm>
          <a:prstGeom prst="rect">
            <a:avLst/>
          </a:prstGeom>
          <a:noFill/>
          <a:ln>
            <a:noFill/>
          </a:ln>
        </p:spPr>
      </p:pic>
    </p:spTree>
    <p:custDataLst>
      <p:tags r:id="rId1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p:cNvSpPr>
            <a:spLocks noGrp="1"/>
          </p:cNvSpPr>
          <p:nvPr>
            <p:ph type="title"/>
            <p:custDataLst>
              <p:tags r:id="rId1"/>
            </p:custDataLst>
          </p:nvPr>
        </p:nvSpPr>
        <p:spPr/>
        <p:txBody>
          <a:bodyPr/>
          <a:p>
            <a:pPr marL="0" indent="0" algn="ctr">
              <a:lnSpc>
                <a:spcPct val="100000"/>
              </a:lnSpc>
              <a:spcBef>
                <a:spcPts val="0"/>
              </a:spcBef>
              <a:spcAft>
                <a:spcPts val="0"/>
              </a:spcAft>
              <a:buSzPct val="100000"/>
            </a:pPr>
            <a:r>
              <a:rPr lang="zh-CN" altLang="en-US"/>
              <a:t>基于深度学习的推荐系统构建</a:t>
            </a:r>
            <a:endParaRPr lang="zh-CN" altLang="en-US"/>
          </a:p>
        </p:txBody>
      </p:sp>
      <p:sp>
        <p:nvSpPr>
          <p:cNvPr id="8" name="副标题"/>
          <p:cNvSpPr>
            <a:spLocks noGrp="1"/>
          </p:cNvSpPr>
          <p:nvPr>
            <p:ph type="body" idx="1"/>
            <p:custDataLst>
              <p:tags r:id="rId2"/>
            </p:custDataLst>
          </p:nvPr>
        </p:nvSpPr>
        <p:spPr/>
        <p:txBody>
          <a:bodyPr/>
          <a:p>
            <a:r>
              <a:rPr lang="zh-CN" altLang="en-US"/>
              <a:t>添加副标题单击编辑添加副标题内容</a:t>
            </a:r>
            <a:endParaRPr lang="zh-CN" altLang="en-US"/>
          </a:p>
        </p:txBody>
      </p:sp>
      <p:sp>
        <p:nvSpPr>
          <p:cNvPr id="9" name="节编号"/>
          <p:cNvSpPr>
            <a:spLocks noGrp="1"/>
          </p:cNvSpPr>
          <p:nvPr>
            <p:ph type="body" sz="quarter" idx="13"/>
            <p:custDataLst>
              <p:tags r:id="rId3"/>
            </p:custDataLst>
          </p:nvPr>
        </p:nvSpPr>
        <p:spPr>
          <a:prstGeom prst="rect">
            <a:avLst/>
          </a:prstGeom>
        </p:spPr>
        <p:txBody>
          <a:bodyPr/>
          <a:p>
            <a:r>
              <a:rPr lang="en-US" altLang="en-US"/>
              <a:t>PART 01</a:t>
            </a:r>
            <a:endParaRPr lang="en-US" altLang="en-US"/>
          </a:p>
        </p:txBody>
      </p:sp>
      <p:pic>
        <p:nvPicPr>
          <p:cNvPr id="2" name="图片 1"/>
          <p:cNvPicPr>
            <a:picLocks noChangeAspect="1"/>
          </p:cNvPicPr>
          <p:nvPr/>
        </p:nvPicPr>
        <p:blipFill>
          <a:blip r:embed="rId4"/>
          <a:srcRect r="6440"/>
          <a:stretch>
            <a:fillRect/>
          </a:stretch>
        </p:blipFill>
        <p:spPr>
          <a:xfrm>
            <a:off x="0" y="0"/>
            <a:ext cx="3897630" cy="1026795"/>
          </a:xfrm>
          <a:prstGeom prst="rect">
            <a:avLst/>
          </a:prstGeom>
          <a:noFill/>
          <a:ln>
            <a:noFill/>
          </a:ln>
        </p:spPr>
      </p:pic>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lgn="l">
              <a:buClrTx/>
              <a:buSzTx/>
              <a:buFontTx/>
            </a:pPr>
            <a:r>
              <a:rPr>
                <a:sym typeface="+mn-ea"/>
              </a:rPr>
              <a:t>模型网络构建</a:t>
            </a:r>
            <a:endParaRPr>
              <a:sym typeface="+mn-ea"/>
            </a:endParaRPr>
          </a:p>
        </p:txBody>
      </p:sp>
      <p:pic>
        <p:nvPicPr>
          <p:cNvPr id="5" name="图片 4" descr="51eb60f9-3098-11f0-af01-925dec42025e"/>
          <p:cNvPicPr>
            <a:picLocks noChangeAspect="1"/>
          </p:cNvPicPr>
          <p:nvPr>
            <p:custDataLst>
              <p:tags r:id="rId2"/>
            </p:custDataLst>
          </p:nvPr>
        </p:nvPicPr>
        <p:blipFill>
          <a:blip r:embed="rId3"/>
          <a:stretch>
            <a:fillRect/>
          </a:stretch>
        </p:blipFill>
        <p:spPr>
          <a:xfrm>
            <a:off x="695325" y="1908810"/>
            <a:ext cx="5323840" cy="3722370"/>
          </a:xfrm>
          <a:prstGeom prst="rect">
            <a:avLst/>
          </a:prstGeom>
        </p:spPr>
      </p:pic>
      <p:sp>
        <p:nvSpPr>
          <p:cNvPr id="3" name="内容占位符 3"/>
          <p:cNvSpPr>
            <a:spLocks noGrp="1"/>
          </p:cNvSpPr>
          <p:nvPr>
            <p:custDataLst>
              <p:tags r:id="rId4"/>
            </p:custDataLst>
          </p:nvPr>
        </p:nvSpPr>
        <p:spPr>
          <a:xfrm>
            <a:off x="6172200" y="1364400"/>
            <a:ext cx="5323840" cy="4813200"/>
          </a:xfrm>
          <a:prstGeom prst="rect">
            <a:avLst/>
          </a:prstGeom>
        </p:spPr>
        <p:txBody>
          <a:bodyPr vert="horz" wrap="square" lIns="0" tIns="0" rIns="0" bIns="0" rtlCol="0">
            <a:normAutofit fontScale="90000"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a:r>
              <a:rPr lang="zh-CN" altLang="en-US">
                <a:solidFill>
                  <a:schemeClr val="tx1"/>
                </a:solidFill>
              </a:rPr>
              <a:t>模块化设计的推荐系统架构</a:t>
            </a:r>
            <a:endParaRPr lang="zh-CN" altLang="en-US">
              <a:solidFill>
                <a:schemeClr val="tx1"/>
              </a:solidFill>
            </a:endParaRPr>
          </a:p>
          <a:p>
            <a:pPr marL="685800" lvl="1"/>
            <a:r>
              <a:rPr lang="zh-CN" altLang="en-US">
                <a:solidFill>
                  <a:schemeClr val="tx1"/>
                </a:solidFill>
              </a:rPr>
              <a:t>基于深度学习的推荐系统，采用模块化设计，包含四大核心组件</a:t>
            </a:r>
            <a:endParaRPr lang="zh-CN" altLang="en-US">
              <a:solidFill>
                <a:schemeClr val="tx1"/>
              </a:solidFill>
            </a:endParaRPr>
          </a:p>
          <a:p>
            <a:pPr marL="228600" lvl="0"/>
            <a:r>
              <a:rPr lang="zh-CN" altLang="en-US">
                <a:solidFill>
                  <a:schemeClr val="tx1"/>
                </a:solidFill>
              </a:rPr>
              <a:t>数据处理与模型构建</a:t>
            </a:r>
            <a:endParaRPr lang="zh-CN" altLang="en-US">
              <a:solidFill>
                <a:schemeClr val="tx1"/>
              </a:solidFill>
            </a:endParaRPr>
          </a:p>
          <a:p>
            <a:pPr marL="685800" lvl="1"/>
            <a:r>
              <a:rPr lang="zh-CN" altLang="en-US">
                <a:solidFill>
                  <a:schemeClr val="tx1"/>
                </a:solidFill>
              </a:rPr>
              <a:t>数据处理模块预处理用户交互数据，模型利用自注意力机制捕捉行为序列</a:t>
            </a:r>
            <a:endParaRPr lang="zh-CN" altLang="en-US">
              <a:solidFill>
                <a:schemeClr val="tx1"/>
              </a:solidFill>
            </a:endParaRPr>
          </a:p>
          <a:p>
            <a:pPr marL="228600" lvl="0"/>
            <a:r>
              <a:rPr lang="zh-CN" altLang="en-US">
                <a:solidFill>
                  <a:schemeClr val="tx1"/>
                </a:solidFill>
              </a:rPr>
              <a:t>物品表示与多目标优化</a:t>
            </a:r>
            <a:endParaRPr lang="zh-CN" altLang="en-US">
              <a:solidFill>
                <a:schemeClr val="tx1"/>
              </a:solidFill>
            </a:endParaRPr>
          </a:p>
          <a:p>
            <a:pPr marL="685800" lvl="1"/>
            <a:r>
              <a:rPr lang="zh-CN" altLang="en-US">
                <a:solidFill>
                  <a:schemeClr val="tx1"/>
                </a:solidFill>
              </a:rPr>
              <a:t>多模态特征融合丰富物品表示，帕累托前沿方法优化多目标</a:t>
            </a:r>
            <a:endParaRPr lang="zh-CN" altLang="en-US">
              <a:solidFill>
                <a:schemeClr val="tx1"/>
              </a:solidFill>
            </a:endParaRPr>
          </a:p>
          <a:p>
            <a:pPr marL="228600" lvl="0"/>
            <a:r>
              <a:rPr lang="zh-CN" altLang="en-US">
                <a:solidFill>
                  <a:schemeClr val="tx1"/>
                </a:solidFill>
              </a:rPr>
              <a:t>系统工作流程</a:t>
            </a:r>
            <a:endParaRPr lang="zh-CN" altLang="en-US">
              <a:solidFill>
                <a:schemeClr val="tx1"/>
              </a:solidFill>
            </a:endParaRPr>
          </a:p>
          <a:p>
            <a:pPr marL="685800" lvl="1"/>
            <a:r>
              <a:rPr lang="zh-CN" altLang="en-US">
                <a:solidFill>
                  <a:schemeClr val="tx1"/>
                </a:solidFill>
              </a:rPr>
              <a:t>系统流程：输入用户历史与候选物品，生成序列表示，计算推荐得分，优化模型参数</a:t>
            </a:r>
            <a:endParaRPr lang="zh-CN" altLang="en-US">
              <a:solidFill>
                <a:schemeClr val="tx1"/>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lgn="l">
              <a:buClrTx/>
              <a:buSzTx/>
              <a:buFontTx/>
            </a:pPr>
            <a:r>
              <a:rPr>
                <a:sym typeface="+mn-ea"/>
              </a:rPr>
              <a:t>序列建模结合多模态的融合推荐模型：模型结构设计</a:t>
            </a:r>
            <a:endParaRPr>
              <a:sym typeface="+mn-ea"/>
            </a:endParaRPr>
          </a:p>
        </p:txBody>
      </p:sp>
      <p:pic>
        <p:nvPicPr>
          <p:cNvPr id="5" name="图片 4" descr="5254002b-3098-11f0-adac-fe6ba2ec7e31"/>
          <p:cNvPicPr>
            <a:picLocks noChangeAspect="1"/>
          </p:cNvPicPr>
          <p:nvPr>
            <p:custDataLst>
              <p:tags r:id="rId2"/>
            </p:custDataLst>
          </p:nvPr>
        </p:nvPicPr>
        <p:blipFill>
          <a:blip r:embed="rId3"/>
          <a:stretch>
            <a:fillRect/>
          </a:stretch>
        </p:blipFill>
        <p:spPr>
          <a:xfrm>
            <a:off x="1518920" y="1080135"/>
            <a:ext cx="3056890" cy="5797550"/>
          </a:xfrm>
          <a:prstGeom prst="rect">
            <a:avLst/>
          </a:prstGeom>
        </p:spPr>
      </p:pic>
      <p:sp>
        <p:nvSpPr>
          <p:cNvPr id="3" name="内容占位符 3"/>
          <p:cNvSpPr>
            <a:spLocks noGrp="1"/>
          </p:cNvSpPr>
          <p:nvPr>
            <p:custDataLst>
              <p:tags r:id="rId4"/>
            </p:custDataLst>
          </p:nvPr>
        </p:nvSpPr>
        <p:spPr>
          <a:xfrm>
            <a:off x="6172200" y="1364400"/>
            <a:ext cx="5323840" cy="4813200"/>
          </a:xfrm>
          <a:prstGeom prst="rect">
            <a:avLst/>
          </a:prstGeom>
        </p:spPr>
        <p:txBody>
          <a:bodyPr vert="horz" wrap="square" lIns="0" tIns="0" rIns="0" bIns="0" rtlCol="0">
            <a:normAutofit fontScale="900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a:r>
              <a:rPr lang="zh-CN" altLang="en-US">
                <a:solidFill>
                  <a:schemeClr val="tx1"/>
                </a:solidFill>
              </a:rPr>
              <a:t>SASRecPlus模型架构</a:t>
            </a:r>
            <a:endParaRPr lang="zh-CN" altLang="en-US">
              <a:solidFill>
                <a:schemeClr val="tx1"/>
              </a:solidFill>
            </a:endParaRPr>
          </a:p>
          <a:p>
            <a:pPr marL="685800" lvl="1"/>
            <a:r>
              <a:rPr lang="zh-CN" altLang="en-US">
                <a:solidFill>
                  <a:schemeClr val="tx1"/>
                </a:solidFill>
              </a:rPr>
              <a:t>SASRecPlus：基于Transformer的优化序列推荐模型，融合多模态信息</a:t>
            </a:r>
            <a:endParaRPr lang="zh-CN" altLang="en-US">
              <a:solidFill>
                <a:schemeClr val="tx1"/>
              </a:solidFill>
            </a:endParaRPr>
          </a:p>
          <a:p>
            <a:pPr marL="228600" lvl="0"/>
            <a:r>
              <a:rPr lang="zh-CN" altLang="en-US">
                <a:solidFill>
                  <a:schemeClr val="tx1"/>
                </a:solidFill>
              </a:rPr>
              <a:t>嵌入层与时间编码</a:t>
            </a:r>
            <a:endParaRPr lang="zh-CN" altLang="en-US">
              <a:solidFill>
                <a:schemeClr val="tx1"/>
              </a:solidFill>
            </a:endParaRPr>
          </a:p>
          <a:p>
            <a:pPr marL="685800" lvl="1"/>
            <a:r>
              <a:rPr lang="zh-CN" altLang="en-US">
                <a:solidFill>
                  <a:schemeClr val="tx1"/>
                </a:solidFill>
              </a:rPr>
              <a:t>嵌入层转换物品ID为向量，结合时间编码捕捉交互时差</a:t>
            </a:r>
            <a:endParaRPr lang="zh-CN" altLang="en-US">
              <a:solidFill>
                <a:schemeClr val="tx1"/>
              </a:solidFill>
            </a:endParaRPr>
          </a:p>
          <a:p>
            <a:pPr marL="228600" lvl="0"/>
            <a:r>
              <a:rPr lang="zh-CN" altLang="en-US">
                <a:solidFill>
                  <a:schemeClr val="tx1"/>
                </a:solidFill>
              </a:rPr>
              <a:t>多模态融合编码器</a:t>
            </a:r>
            <a:endParaRPr lang="zh-CN" altLang="en-US">
              <a:solidFill>
                <a:schemeClr val="tx1"/>
              </a:solidFill>
            </a:endParaRPr>
          </a:p>
          <a:p>
            <a:pPr marL="685800" lvl="1"/>
            <a:r>
              <a:rPr lang="zh-CN" altLang="en-US">
                <a:solidFill>
                  <a:schemeClr val="tx1"/>
                </a:solidFill>
              </a:rPr>
              <a:t>多模态融合利用注意力机制整合视觉、文本、视频特征，Transformer编码器实现深层特征提取</a:t>
            </a:r>
            <a:endParaRPr lang="zh-CN" altLang="en-US">
              <a:solidFill>
                <a:schemeClr val="tx1"/>
              </a:solidFill>
            </a:endParaRPr>
          </a:p>
          <a:p>
            <a:pPr marL="228600" lvl="0"/>
            <a:r>
              <a:rPr lang="zh-CN" altLang="en-US">
                <a:solidFill>
                  <a:schemeClr val="tx1"/>
                </a:solidFill>
              </a:rPr>
              <a:t>动态兴趣网络与预测层</a:t>
            </a:r>
            <a:endParaRPr lang="zh-CN" altLang="en-US">
              <a:solidFill>
                <a:schemeClr val="tx1"/>
              </a:solidFill>
            </a:endParaRPr>
          </a:p>
          <a:p>
            <a:pPr marL="685800" lvl="1"/>
            <a:r>
              <a:rPr lang="zh-CN" altLang="en-US">
                <a:solidFill>
                  <a:schemeClr val="tx1"/>
                </a:solidFill>
              </a:rPr>
              <a:t>动态兴趣网络捕捉多维兴趣，通过注意力机制聚合，生成偏好分数</a:t>
            </a:r>
            <a:endParaRPr lang="zh-CN" altLang="en-US">
              <a:solidFill>
                <a:schemeClr val="tx1"/>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标题 16"/>
          <p:cNvSpPr>
            <a:spLocks noGrp="1"/>
          </p:cNvSpPr>
          <p:nvPr>
            <p:ph type="title"/>
            <p:custDataLst>
              <p:tags r:id="rId1"/>
            </p:custDataLst>
          </p:nvPr>
        </p:nvSpPr>
        <p:spPr/>
        <p:txBody>
          <a:bodyPr/>
          <a:p>
            <a:r>
              <a:rPr lang="zh-CN" altLang="en-US"/>
              <a:t>自注意力机制与用户行为序列分析</a:t>
            </a:r>
            <a:endParaRPr lang="zh-CN" altLang="en-US"/>
          </a:p>
        </p:txBody>
      </p:sp>
      <p:sp>
        <p:nvSpPr>
          <p:cNvPr id="19" name="矩形 4"/>
          <p:cNvSpPr/>
          <p:nvPr>
            <p:custDataLst>
              <p:tags r:id="rId2"/>
            </p:custDataLst>
          </p:nvPr>
        </p:nvSpPr>
        <p:spPr>
          <a:xfrm>
            <a:off x="1008378" y="2097023"/>
            <a:ext cx="2985177" cy="398800"/>
          </a:xfrm>
          <a:prstGeom prst="rect">
            <a:avLst/>
          </a:prstGeom>
          <a:noFill/>
        </p:spPr>
        <p:txBody>
          <a:bodyPr wrap="square" lIns="0" tIns="0" rIns="0" bIns="0" rtlCol="0">
            <a:noAutofit/>
          </a:bodyPr>
          <a:p>
            <a:pPr algn="r">
              <a:spcBef>
                <a:spcPct val="0"/>
              </a:spcBef>
              <a:spcAft>
                <a:spcPct val="0"/>
              </a:spcAft>
            </a:pPr>
            <a:r>
              <a:rPr lang="zh-CN" altLang="en-US" b="1">
                <a:solidFill>
                  <a:schemeClr val="accent1"/>
                </a:solidFill>
                <a:latin typeface="+mn-ea"/>
                <a:cs typeface="+mn-ea"/>
                <a:sym typeface="+mn-ea"/>
              </a:rPr>
              <a:t>自注意力机制简介</a:t>
            </a:r>
            <a:endParaRPr lang="zh-CN" altLang="en-US" b="1">
              <a:solidFill>
                <a:schemeClr val="accent1"/>
              </a:solidFill>
              <a:latin typeface="+mn-ea"/>
              <a:cs typeface="+mn-ea"/>
              <a:sym typeface="+mn-ea"/>
            </a:endParaRPr>
          </a:p>
        </p:txBody>
      </p:sp>
      <p:sp>
        <p:nvSpPr>
          <p:cNvPr id="20" name="矩形 7"/>
          <p:cNvSpPr/>
          <p:nvPr>
            <p:custDataLst>
              <p:tags r:id="rId3"/>
            </p:custDataLst>
          </p:nvPr>
        </p:nvSpPr>
        <p:spPr>
          <a:xfrm>
            <a:off x="1008378" y="2581552"/>
            <a:ext cx="2985177" cy="865549"/>
          </a:xfrm>
          <a:prstGeom prst="rect">
            <a:avLst/>
          </a:prstGeom>
          <a:noFill/>
        </p:spPr>
        <p:txBody>
          <a:bodyPr wrap="square" lIns="0" tIns="0" rIns="0" bIns="0" rtlCol="0">
            <a:noAutofit/>
          </a:bodyPr>
          <a:p>
            <a:pPr algn="r">
              <a:lnSpc>
                <a:spcPct val="150000"/>
              </a:lnSpc>
              <a:spcBef>
                <a:spcPct val="0"/>
              </a:spcBef>
              <a:spcAft>
                <a:spcPct val="0"/>
              </a:spcAft>
            </a:pPr>
            <a:r>
              <a:rPr lang="zh-CN" altLang="en-US" sz="1300">
                <a:solidFill>
                  <a:schemeClr val="tx1">
                    <a:lumMod val="85000"/>
                    <a:lumOff val="15000"/>
                  </a:schemeClr>
                </a:solidFill>
                <a:latin typeface="+mn-ea"/>
                <a:cs typeface="+mn-ea"/>
                <a:sym typeface="+mn-ea"/>
              </a:rPr>
              <a:t>自注意力机制是SASRecPlus模型的核心，它能有效捕捉用户行为序列中的长期依赖关系和重要模式。</a:t>
            </a:r>
            <a:endParaRPr lang="zh-CN" altLang="en-US" sz="1300">
              <a:solidFill>
                <a:schemeClr val="tx1">
                  <a:lumMod val="85000"/>
                  <a:lumOff val="15000"/>
                </a:schemeClr>
              </a:solidFill>
              <a:latin typeface="+mn-ea"/>
              <a:cs typeface="+mn-ea"/>
              <a:sym typeface="+mn-ea"/>
            </a:endParaRPr>
          </a:p>
        </p:txBody>
      </p:sp>
      <p:cxnSp>
        <p:nvCxnSpPr>
          <p:cNvPr id="23" name="直接箭头连接符 3"/>
          <p:cNvCxnSpPr/>
          <p:nvPr>
            <p:custDataLst>
              <p:tags r:id="rId4"/>
            </p:custDataLst>
          </p:nvPr>
        </p:nvCxnSpPr>
        <p:spPr>
          <a:xfrm>
            <a:off x="2023160" y="2512969"/>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4" name="泪滴形 5"/>
          <p:cNvSpPr/>
          <p:nvPr>
            <p:custDataLst>
              <p:tags r:id="rId5"/>
            </p:custDataLst>
          </p:nvPr>
        </p:nvSpPr>
        <p:spPr>
          <a:xfrm flipH="1">
            <a:off x="4224183" y="1930644"/>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5" name="泪滴形 9"/>
          <p:cNvSpPr/>
          <p:nvPr>
            <p:custDataLst>
              <p:tags r:id="rId6"/>
            </p:custDataLst>
          </p:nvPr>
        </p:nvSpPr>
        <p:spPr>
          <a:xfrm>
            <a:off x="6300739" y="1930644"/>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6" name="泪滴形 10"/>
          <p:cNvSpPr/>
          <p:nvPr>
            <p:custDataLst>
              <p:tags r:id="rId7"/>
            </p:custDataLst>
          </p:nvPr>
        </p:nvSpPr>
        <p:spPr>
          <a:xfrm rot="16200000" flipH="1">
            <a:off x="4224183" y="3897975"/>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29" name="泪滴形 11"/>
          <p:cNvSpPr/>
          <p:nvPr>
            <p:custDataLst>
              <p:tags r:id="rId8"/>
            </p:custDataLst>
          </p:nvPr>
        </p:nvSpPr>
        <p:spPr>
          <a:xfrm rot="5400000">
            <a:off x="6301374" y="3897975"/>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31" name="矩形 8"/>
          <p:cNvSpPr/>
          <p:nvPr>
            <p:custDataLst>
              <p:tags r:id="rId9"/>
            </p:custDataLst>
          </p:nvPr>
        </p:nvSpPr>
        <p:spPr>
          <a:xfrm>
            <a:off x="1008378" y="4064353"/>
            <a:ext cx="2985177" cy="398800"/>
          </a:xfrm>
          <a:prstGeom prst="rect">
            <a:avLst/>
          </a:prstGeom>
          <a:noFill/>
        </p:spPr>
        <p:txBody>
          <a:bodyPr wrap="square" lIns="0" tIns="0" rIns="0" bIns="0" rtlCol="0">
            <a:noAutofit/>
          </a:bodyPr>
          <a:p>
            <a:pPr algn="r">
              <a:spcBef>
                <a:spcPct val="0"/>
              </a:spcBef>
              <a:spcAft>
                <a:spcPct val="0"/>
              </a:spcAft>
            </a:pPr>
            <a:r>
              <a:rPr lang="zh-CN" altLang="en-US" b="1">
                <a:solidFill>
                  <a:schemeClr val="accent1"/>
                </a:solidFill>
                <a:latin typeface="+mn-ea"/>
                <a:cs typeface="+mn-ea"/>
                <a:sym typeface="+mn-ea"/>
              </a:rPr>
              <a:t>填充掩码处理用户序列</a:t>
            </a:r>
            <a:endParaRPr lang="zh-CN" altLang="en-US" b="1">
              <a:solidFill>
                <a:schemeClr val="accent1"/>
              </a:solidFill>
              <a:latin typeface="+mn-ea"/>
              <a:cs typeface="+mn-ea"/>
              <a:sym typeface="+mn-ea"/>
            </a:endParaRPr>
          </a:p>
        </p:txBody>
      </p:sp>
      <p:sp>
        <p:nvSpPr>
          <p:cNvPr id="32" name="矩形 26"/>
          <p:cNvSpPr/>
          <p:nvPr>
            <p:custDataLst>
              <p:tags r:id="rId10"/>
            </p:custDataLst>
          </p:nvPr>
        </p:nvSpPr>
        <p:spPr>
          <a:xfrm>
            <a:off x="1008378" y="4548883"/>
            <a:ext cx="2985177" cy="865549"/>
          </a:xfrm>
          <a:prstGeom prst="rect">
            <a:avLst/>
          </a:prstGeom>
          <a:noFill/>
        </p:spPr>
        <p:txBody>
          <a:bodyPr wrap="square" lIns="0" tIns="0" rIns="0" bIns="0" rtlCol="0">
            <a:noAutofit/>
          </a:bodyPr>
          <a:p>
            <a:pPr algn="r">
              <a:lnSpc>
                <a:spcPct val="150000"/>
              </a:lnSpc>
              <a:spcBef>
                <a:spcPct val="0"/>
              </a:spcBef>
              <a:spcAft>
                <a:spcPct val="0"/>
              </a:spcAft>
            </a:pPr>
            <a:r>
              <a:rPr lang="zh-CN" altLang="en-US" sz="1300">
                <a:solidFill>
                  <a:schemeClr val="tx1">
                    <a:lumMod val="85000"/>
                    <a:lumOff val="15000"/>
                  </a:schemeClr>
                </a:solidFill>
                <a:latin typeface="+mn-ea"/>
                <a:cs typeface="+mn-ea"/>
                <a:sym typeface="+mn-ea"/>
              </a:rPr>
              <a:t>填充掩码处理不同长度的用户序列，确保不对填充符号计算注意力。</a:t>
            </a:r>
            <a:endParaRPr lang="zh-CN" altLang="en-US" sz="1300">
              <a:solidFill>
                <a:schemeClr val="tx1">
                  <a:lumMod val="85000"/>
                  <a:lumOff val="15000"/>
                </a:schemeClr>
              </a:solidFill>
              <a:latin typeface="+mn-ea"/>
              <a:cs typeface="+mn-ea"/>
              <a:sym typeface="+mn-ea"/>
            </a:endParaRPr>
          </a:p>
        </p:txBody>
      </p:sp>
      <p:cxnSp>
        <p:nvCxnSpPr>
          <p:cNvPr id="33" name="直接箭头连接符 14"/>
          <p:cNvCxnSpPr/>
          <p:nvPr>
            <p:custDataLst>
              <p:tags r:id="rId11"/>
            </p:custDataLst>
          </p:nvPr>
        </p:nvCxnSpPr>
        <p:spPr>
          <a:xfrm>
            <a:off x="2023160" y="4480300"/>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4" name="矩形 27"/>
          <p:cNvSpPr/>
          <p:nvPr>
            <p:custDataLst>
              <p:tags r:id="rId12"/>
            </p:custDataLst>
          </p:nvPr>
        </p:nvSpPr>
        <p:spPr>
          <a:xfrm>
            <a:off x="8252829" y="2096388"/>
            <a:ext cx="2965834" cy="398800"/>
          </a:xfrm>
          <a:prstGeom prst="rect">
            <a:avLst/>
          </a:prstGeom>
          <a:noFill/>
        </p:spPr>
        <p:txBody>
          <a:bodyPr wrap="square" lIns="0" tIns="0" rIns="0" bIns="0" rtlCol="0">
            <a:noAutofit/>
          </a:bodyPr>
          <a:p>
            <a:pPr>
              <a:spcBef>
                <a:spcPct val="0"/>
              </a:spcBef>
              <a:spcAft>
                <a:spcPct val="0"/>
              </a:spcAft>
            </a:pPr>
            <a:r>
              <a:rPr lang="zh-CN" altLang="en-US" b="1">
                <a:solidFill>
                  <a:schemeClr val="accent1"/>
                </a:solidFill>
                <a:latin typeface="+mn-ea"/>
                <a:cs typeface="+mn-ea"/>
                <a:sym typeface="+mn-ea"/>
              </a:rPr>
              <a:t>SASRecPlus模型核心优势</a:t>
            </a:r>
            <a:endParaRPr lang="zh-CN" altLang="en-US" b="1">
              <a:solidFill>
                <a:schemeClr val="accent1"/>
              </a:solidFill>
              <a:latin typeface="+mn-ea"/>
              <a:cs typeface="+mn-ea"/>
              <a:sym typeface="+mn-ea"/>
            </a:endParaRPr>
          </a:p>
        </p:txBody>
      </p:sp>
      <p:cxnSp>
        <p:nvCxnSpPr>
          <p:cNvPr id="35" name="直接箭头连接符 17"/>
          <p:cNvCxnSpPr/>
          <p:nvPr>
            <p:custDataLst>
              <p:tags r:id="rId13"/>
            </p:custDataLst>
          </p:nvPr>
        </p:nvCxnSpPr>
        <p:spPr>
          <a:xfrm flipH="1">
            <a:off x="8252829" y="2512334"/>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6" name="矩形 29"/>
          <p:cNvSpPr/>
          <p:nvPr>
            <p:custDataLst>
              <p:tags r:id="rId14"/>
            </p:custDataLst>
          </p:nvPr>
        </p:nvSpPr>
        <p:spPr>
          <a:xfrm>
            <a:off x="8252829" y="4063718"/>
            <a:ext cx="2965833" cy="398800"/>
          </a:xfrm>
          <a:prstGeom prst="rect">
            <a:avLst/>
          </a:prstGeom>
          <a:noFill/>
        </p:spPr>
        <p:txBody>
          <a:bodyPr wrap="square" lIns="0" tIns="0" rIns="0" bIns="0" rtlCol="0">
            <a:noAutofit/>
          </a:bodyPr>
          <a:p>
            <a:pPr>
              <a:spcBef>
                <a:spcPct val="0"/>
              </a:spcBef>
              <a:spcAft>
                <a:spcPct val="0"/>
              </a:spcAft>
            </a:pPr>
            <a:r>
              <a:rPr lang="zh-CN" altLang="en-US" b="1">
                <a:solidFill>
                  <a:schemeClr val="accent1"/>
                </a:solidFill>
                <a:latin typeface="+mn-ea"/>
                <a:cs typeface="+mn-ea"/>
                <a:sym typeface="+mn-ea"/>
              </a:rPr>
              <a:t>因果注意力掩码的作用</a:t>
            </a:r>
            <a:endParaRPr lang="zh-CN" altLang="en-US" b="1">
              <a:solidFill>
                <a:schemeClr val="accent1"/>
              </a:solidFill>
              <a:latin typeface="+mn-ea"/>
              <a:cs typeface="+mn-ea"/>
              <a:sym typeface="+mn-ea"/>
            </a:endParaRPr>
          </a:p>
        </p:txBody>
      </p:sp>
      <p:cxnSp>
        <p:nvCxnSpPr>
          <p:cNvPr id="37" name="直接箭头连接符 20"/>
          <p:cNvCxnSpPr/>
          <p:nvPr>
            <p:custDataLst>
              <p:tags r:id="rId15"/>
            </p:custDataLst>
          </p:nvPr>
        </p:nvCxnSpPr>
        <p:spPr>
          <a:xfrm flipH="1">
            <a:off x="8252829" y="4479665"/>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38" name="图片 7" descr="343435383038363b343532323338393bbacfd7f7bbfad6c6"/>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4764595" y="2471692"/>
            <a:ext cx="600741" cy="600741"/>
          </a:xfrm>
          <a:prstGeom prst="rect">
            <a:avLst/>
          </a:prstGeom>
          <a:effectLst>
            <a:reflection blurRad="6350" stA="29000" endPos="35000" dist="50800" dir="5400000" sy="-100000" algn="bl" rotWithShape="0"/>
          </a:effectLst>
        </p:spPr>
      </p:pic>
      <p:sp>
        <p:nvSpPr>
          <p:cNvPr id="39" name="菱形 21"/>
          <p:cNvSpPr/>
          <p:nvPr>
            <p:custDataLst>
              <p:tags r:id="rId19"/>
            </p:custDataLst>
          </p:nvPr>
        </p:nvSpPr>
        <p:spPr>
          <a:xfrm>
            <a:off x="5834625" y="3525211"/>
            <a:ext cx="538508" cy="538508"/>
          </a:xfrm>
          <a:prstGeom prst="diamond">
            <a:avLst/>
          </a:pr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pic>
        <p:nvPicPr>
          <p:cNvPr id="40" name="图片 5" descr="343435383036303b343532343134393bcdb7c4d4b7e7b1a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4784281" y="4458709"/>
            <a:ext cx="561369" cy="561369"/>
          </a:xfrm>
          <a:prstGeom prst="rect">
            <a:avLst/>
          </a:prstGeom>
          <a:effectLst>
            <a:reflection blurRad="6350" stA="29000" endPos="35000" dist="50800" dir="5400000" sy="-100000" algn="bl" rotWithShape="0"/>
          </a:effectLst>
        </p:spPr>
      </p:pic>
      <p:pic>
        <p:nvPicPr>
          <p:cNvPr id="41" name="图片 9" descr="343435383038363b343532323339323bc6b7c5c6b9dcc0ed"/>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6860203" y="2437400"/>
            <a:ext cx="562639" cy="562639"/>
          </a:xfrm>
          <a:prstGeom prst="rect">
            <a:avLst/>
          </a:prstGeom>
          <a:effectLst>
            <a:reflection blurRad="6350" stA="29000" endPos="35000" dist="50800" dir="5400000" sy="-100000" algn="bl" rotWithShape="0"/>
          </a:effectLst>
        </p:spPr>
      </p:pic>
      <p:pic>
        <p:nvPicPr>
          <p:cNvPr id="42" name="图片 18" descr="343435383036303b343532343136323bcfeec4bfc9fac3fcd6dcc6da"/>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6872903" y="4470139"/>
            <a:ext cx="538508" cy="538508"/>
          </a:xfrm>
          <a:prstGeom prst="rect">
            <a:avLst/>
          </a:prstGeom>
          <a:effectLst>
            <a:reflection blurRad="6350" stA="29000" endPos="35000" dist="50800" dir="5400000" sy="-100000" algn="bl" rotWithShape="0"/>
          </a:effectLst>
        </p:spPr>
      </p:pic>
      <p:sp>
        <p:nvSpPr>
          <p:cNvPr id="43" name="矩形 6"/>
          <p:cNvSpPr/>
          <p:nvPr>
            <p:custDataLst>
              <p:tags r:id="rId29"/>
            </p:custDataLst>
          </p:nvPr>
        </p:nvSpPr>
        <p:spPr>
          <a:xfrm>
            <a:off x="8252829" y="2581552"/>
            <a:ext cx="2985177" cy="865549"/>
          </a:xfrm>
          <a:prstGeom prst="rect">
            <a:avLst/>
          </a:prstGeom>
          <a:noFill/>
        </p:spPr>
        <p:txBody>
          <a:bodyPr wrap="square" lIns="0" tIns="0" rIns="0" bIns="0" rtlCol="0">
            <a:noAutofit/>
          </a:bodyPr>
          <a:p>
            <a:pPr algn="l">
              <a:lnSpc>
                <a:spcPct val="150000"/>
              </a:lnSpc>
              <a:spcBef>
                <a:spcPct val="0"/>
              </a:spcBef>
              <a:spcAft>
                <a:spcPct val="0"/>
              </a:spcAft>
            </a:pPr>
            <a:r>
              <a:rPr lang="zh-CN" altLang="en-US" sz="1300">
                <a:solidFill>
                  <a:schemeClr val="tx1">
                    <a:lumMod val="85000"/>
                    <a:lumOff val="15000"/>
                  </a:schemeClr>
                </a:solidFill>
                <a:latin typeface="+mn-ea"/>
                <a:cs typeface="+mn-ea"/>
                <a:sym typeface="+mn-ea"/>
              </a:rPr>
              <a:t>在推荐系统中，自注意力的独特优势在于可以自适应地学习序列中各个物品之间的相关性，无需事先指定固定的依赖结构。</a:t>
            </a:r>
            <a:endParaRPr lang="zh-CN" altLang="en-US" sz="1300">
              <a:solidFill>
                <a:schemeClr val="tx1">
                  <a:lumMod val="85000"/>
                  <a:lumOff val="15000"/>
                </a:schemeClr>
              </a:solidFill>
              <a:latin typeface="+mn-ea"/>
              <a:cs typeface="+mn-ea"/>
              <a:sym typeface="+mn-ea"/>
            </a:endParaRPr>
          </a:p>
        </p:txBody>
      </p:sp>
      <p:sp>
        <p:nvSpPr>
          <p:cNvPr id="44" name="矩形 15"/>
          <p:cNvSpPr/>
          <p:nvPr>
            <p:custDataLst>
              <p:tags r:id="rId30"/>
            </p:custDataLst>
          </p:nvPr>
        </p:nvSpPr>
        <p:spPr>
          <a:xfrm>
            <a:off x="8252829" y="4548883"/>
            <a:ext cx="2985177" cy="865549"/>
          </a:xfrm>
          <a:prstGeom prst="rect">
            <a:avLst/>
          </a:prstGeom>
          <a:noFill/>
        </p:spPr>
        <p:txBody>
          <a:bodyPr wrap="square" lIns="0" tIns="0" rIns="0" bIns="0" rtlCol="0">
            <a:noAutofit/>
          </a:bodyPr>
          <a:p>
            <a:pPr algn="l">
              <a:lnSpc>
                <a:spcPct val="150000"/>
              </a:lnSpc>
              <a:spcBef>
                <a:spcPct val="0"/>
              </a:spcBef>
              <a:spcAft>
                <a:spcPct val="0"/>
              </a:spcAft>
            </a:pPr>
            <a:r>
              <a:rPr lang="zh-CN" altLang="en-US" sz="1300">
                <a:solidFill>
                  <a:schemeClr val="tx1">
                    <a:lumMod val="85000"/>
                    <a:lumOff val="15000"/>
                  </a:schemeClr>
                </a:solidFill>
                <a:latin typeface="+mn-ea"/>
                <a:cs typeface="+mn-ea"/>
                <a:sym typeface="+mn-ea"/>
              </a:rPr>
              <a:t>因果注意力掩码确保模型只关注历史物品，防止信息泄露。</a:t>
            </a:r>
            <a:endParaRPr lang="zh-CN" altLang="en-US" sz="1300">
              <a:solidFill>
                <a:schemeClr val="tx1">
                  <a:lumMod val="85000"/>
                  <a:lumOff val="15000"/>
                </a:schemeClr>
              </a:solidFill>
              <a:latin typeface="+mn-ea"/>
              <a:cs typeface="+mn-ea"/>
              <a:sym typeface="+mn-ea"/>
            </a:endParaRPr>
          </a:p>
        </p:txBody>
      </p:sp>
    </p:spTree>
    <p:custDataLst>
      <p:tags r:id="rId3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
          <p:cNvSpPr/>
          <p:nvPr>
            <p:custDataLst>
              <p:tags r:id="rId1"/>
            </p:custDataLst>
          </p:nvPr>
        </p:nvSpPr>
        <p:spPr>
          <a:xfrm flipH="1">
            <a:off x="6095998" y="1398587"/>
            <a:ext cx="5399999" cy="4875213"/>
          </a:xfrm>
          <a:custGeom>
            <a:avLst/>
            <a:gdLst>
              <a:gd name="connsiteX0" fmla="*/ 209537 w 5196591"/>
              <a:gd name="connsiteY0" fmla="*/ 0 h 4875213"/>
              <a:gd name="connsiteX1" fmla="*/ 4987054 w 5196591"/>
              <a:gd name="connsiteY1" fmla="*/ 0 h 4875213"/>
              <a:gd name="connsiteX2" fmla="*/ 4987064 w 5196591"/>
              <a:gd name="connsiteY2" fmla="*/ 1 h 4875213"/>
              <a:gd name="connsiteX3" fmla="*/ 5196591 w 5196591"/>
              <a:gd name="connsiteY3" fmla="*/ 1 h 4875213"/>
              <a:gd name="connsiteX4" fmla="*/ 5196591 w 5196591"/>
              <a:gd name="connsiteY4" fmla="*/ 209537 h 4875213"/>
              <a:gd name="connsiteX5" fmla="*/ 5196591 w 5196591"/>
              <a:gd name="connsiteY5" fmla="*/ 4665675 h 4875213"/>
              <a:gd name="connsiteX6" fmla="*/ 5196591 w 5196591"/>
              <a:gd name="connsiteY6" fmla="*/ 4875213 h 4875213"/>
              <a:gd name="connsiteX7" fmla="*/ 4639457 w 5196591"/>
              <a:gd name="connsiteY7" fmla="*/ 4875213 h 4875213"/>
              <a:gd name="connsiteX8" fmla="*/ 4639457 w 5196591"/>
              <a:gd name="connsiteY8" fmla="*/ 4875212 h 4875213"/>
              <a:gd name="connsiteX9" fmla="*/ 209537 w 5196591"/>
              <a:gd name="connsiteY9" fmla="*/ 4875212 h 4875213"/>
              <a:gd name="connsiteX10" fmla="*/ 0 w 5196591"/>
              <a:gd name="connsiteY10" fmla="*/ 4665675 h 4875213"/>
              <a:gd name="connsiteX11" fmla="*/ 0 w 5196591"/>
              <a:gd name="connsiteY11" fmla="*/ 209537 h 4875213"/>
              <a:gd name="connsiteX12" fmla="*/ 209537 w 5196591"/>
              <a:gd name="connsiteY12" fmla="*/ 0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6591" h="4875213">
                <a:moveTo>
                  <a:pt x="209537" y="0"/>
                </a:moveTo>
                <a:lnTo>
                  <a:pt x="4987054" y="0"/>
                </a:lnTo>
                <a:lnTo>
                  <a:pt x="4987064" y="1"/>
                </a:lnTo>
                <a:lnTo>
                  <a:pt x="5196591" y="1"/>
                </a:lnTo>
                <a:lnTo>
                  <a:pt x="5196591" y="209537"/>
                </a:lnTo>
                <a:lnTo>
                  <a:pt x="5196591" y="4665675"/>
                </a:lnTo>
                <a:lnTo>
                  <a:pt x="5196591" y="4875213"/>
                </a:lnTo>
                <a:lnTo>
                  <a:pt x="4639457" y="4875213"/>
                </a:lnTo>
                <a:lnTo>
                  <a:pt x="4639457" y="4875212"/>
                </a:lnTo>
                <a:lnTo>
                  <a:pt x="209537" y="4875212"/>
                </a:lnTo>
                <a:cubicBezTo>
                  <a:pt x="93813" y="4875212"/>
                  <a:pt x="0" y="4781399"/>
                  <a:pt x="0" y="4665675"/>
                </a:cubicBezTo>
                <a:lnTo>
                  <a:pt x="0" y="209537"/>
                </a:lnTo>
                <a:cubicBezTo>
                  <a:pt x="0" y="93813"/>
                  <a:pt x="93813" y="0"/>
                  <a:pt x="209537"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形状 2"/>
          <p:cNvSpPr/>
          <p:nvPr>
            <p:custDataLst>
              <p:tags r:id="rId2"/>
            </p:custDataLst>
          </p:nvPr>
        </p:nvSpPr>
        <p:spPr>
          <a:xfrm>
            <a:off x="696000" y="1398587"/>
            <a:ext cx="5399999" cy="4875213"/>
          </a:xfrm>
          <a:custGeom>
            <a:avLst/>
            <a:gdLst>
              <a:gd name="connsiteX0" fmla="*/ 209537 w 5196591"/>
              <a:gd name="connsiteY0" fmla="*/ 0 h 4875213"/>
              <a:gd name="connsiteX1" fmla="*/ 4987054 w 5196591"/>
              <a:gd name="connsiteY1" fmla="*/ 0 h 4875213"/>
              <a:gd name="connsiteX2" fmla="*/ 4987064 w 5196591"/>
              <a:gd name="connsiteY2" fmla="*/ 1 h 4875213"/>
              <a:gd name="connsiteX3" fmla="*/ 5196591 w 5196591"/>
              <a:gd name="connsiteY3" fmla="*/ 1 h 4875213"/>
              <a:gd name="connsiteX4" fmla="*/ 5196591 w 5196591"/>
              <a:gd name="connsiteY4" fmla="*/ 209537 h 4875213"/>
              <a:gd name="connsiteX5" fmla="*/ 5196591 w 5196591"/>
              <a:gd name="connsiteY5" fmla="*/ 4665675 h 4875213"/>
              <a:gd name="connsiteX6" fmla="*/ 5196591 w 5196591"/>
              <a:gd name="connsiteY6" fmla="*/ 4875213 h 4875213"/>
              <a:gd name="connsiteX7" fmla="*/ 4639457 w 5196591"/>
              <a:gd name="connsiteY7" fmla="*/ 4875213 h 4875213"/>
              <a:gd name="connsiteX8" fmla="*/ 4639457 w 5196591"/>
              <a:gd name="connsiteY8" fmla="*/ 4875212 h 4875213"/>
              <a:gd name="connsiteX9" fmla="*/ 209537 w 5196591"/>
              <a:gd name="connsiteY9" fmla="*/ 4875212 h 4875213"/>
              <a:gd name="connsiteX10" fmla="*/ 0 w 5196591"/>
              <a:gd name="connsiteY10" fmla="*/ 4665675 h 4875213"/>
              <a:gd name="connsiteX11" fmla="*/ 0 w 5196591"/>
              <a:gd name="connsiteY11" fmla="*/ 209537 h 4875213"/>
              <a:gd name="connsiteX12" fmla="*/ 209537 w 5196591"/>
              <a:gd name="connsiteY12" fmla="*/ 0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6591" h="4875213">
                <a:moveTo>
                  <a:pt x="209537" y="0"/>
                </a:moveTo>
                <a:lnTo>
                  <a:pt x="4987054" y="0"/>
                </a:lnTo>
                <a:lnTo>
                  <a:pt x="4987064" y="1"/>
                </a:lnTo>
                <a:lnTo>
                  <a:pt x="5196591" y="1"/>
                </a:lnTo>
                <a:lnTo>
                  <a:pt x="5196591" y="209537"/>
                </a:lnTo>
                <a:lnTo>
                  <a:pt x="5196591" y="4665675"/>
                </a:lnTo>
                <a:lnTo>
                  <a:pt x="5196591" y="4875213"/>
                </a:lnTo>
                <a:lnTo>
                  <a:pt x="4639457" y="4875213"/>
                </a:lnTo>
                <a:lnTo>
                  <a:pt x="4639457" y="4875212"/>
                </a:lnTo>
                <a:lnTo>
                  <a:pt x="209537" y="4875212"/>
                </a:lnTo>
                <a:cubicBezTo>
                  <a:pt x="93813" y="4875212"/>
                  <a:pt x="0" y="4781399"/>
                  <a:pt x="0" y="4665675"/>
                </a:cubicBezTo>
                <a:lnTo>
                  <a:pt x="0" y="209537"/>
                </a:lnTo>
                <a:cubicBezTo>
                  <a:pt x="0" y="93813"/>
                  <a:pt x="93813" y="0"/>
                  <a:pt x="209537" y="0"/>
                </a:cubicBezTo>
                <a:close/>
              </a:path>
            </a:pathLst>
          </a:cu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标题 6"/>
          <p:cNvSpPr>
            <a:spLocks noGrp="1"/>
          </p:cNvSpPr>
          <p:nvPr>
            <p:ph type="title"/>
            <p:custDataLst>
              <p:tags r:id="rId3"/>
            </p:custDataLst>
          </p:nvPr>
        </p:nvSpPr>
        <p:spPr/>
        <p:txBody>
          <a:bodyPr/>
          <a:lstStyle/>
          <a:p>
            <a:r>
              <a:rPr lang="zh-CN" altLang="en-US"/>
              <a:t>序列与多模态特征处理及融合策略</a:t>
            </a:r>
            <a:endParaRPr lang="zh-CN" altLang="en-US"/>
          </a:p>
        </p:txBody>
      </p:sp>
      <p:sp>
        <p:nvSpPr>
          <p:cNvPr id="2" name="矩形: 圆角 1"/>
          <p:cNvSpPr/>
          <p:nvPr>
            <p:custDataLst>
              <p:tags r:id="rId4"/>
            </p:custDataLst>
          </p:nvPr>
        </p:nvSpPr>
        <p:spPr>
          <a:xfrm>
            <a:off x="985921" y="1649537"/>
            <a:ext cx="10220158" cy="4402183"/>
          </a:xfrm>
          <a:prstGeom prst="roundRect">
            <a:avLst>
              <a:gd name="adj" fmla="val 2584"/>
            </a:avLst>
          </a:prstGeom>
          <a:noFill/>
          <a:ln>
            <a:gradFill>
              <a:gsLst>
                <a:gs pos="50000">
                  <a:schemeClr val="accent1">
                    <a:lumMod val="5000"/>
                    <a:lumOff val="95000"/>
                  </a:schemeClr>
                </a:gs>
                <a:gs pos="5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正文"/>
          <p:cNvSpPr txBox="1"/>
          <p:nvPr>
            <p:custDataLst>
              <p:tags r:id="rId5"/>
            </p:custDataLst>
          </p:nvPr>
        </p:nvSpPr>
        <p:spPr>
          <a:xfrm>
            <a:off x="1437946" y="2172668"/>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Transformer模型通过可学习的位置嵌入捕捉用户兴趣演变，适应不同场景下的时序模式。</a:t>
            </a:r>
            <a:endParaRPr lang="zh-CN" altLang="en-US" sz="1400" dirty="0">
              <a:ln>
                <a:noFill/>
                <a:prstDash val="sysDot"/>
              </a:ln>
              <a:solidFill>
                <a:srgbClr val="FFFFFF"/>
              </a:solidFill>
              <a:latin typeface="+mn-ea"/>
              <a:cs typeface="+mn-ea"/>
              <a:sym typeface="+mn-ea"/>
            </a:endParaRPr>
          </a:p>
        </p:txBody>
      </p:sp>
      <p:sp>
        <p:nvSpPr>
          <p:cNvPr id="12" name="标题"/>
          <p:cNvSpPr txBox="1"/>
          <p:nvPr>
            <p:custDataLst>
              <p:tags r:id="rId6"/>
            </p:custDataLst>
          </p:nvPr>
        </p:nvSpPr>
        <p:spPr>
          <a:xfrm>
            <a:off x="1437946" y="1719906"/>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solidFill>
                  <a:srgbClr val="FFFFFF"/>
                </a:solidFill>
                <a:cs typeface="+mn-ea"/>
                <a:sym typeface="+mn-ea"/>
              </a:rPr>
              <a:t>时序信息处理</a:t>
            </a:r>
            <a:endParaRPr lang="zh-CN" altLang="en-US">
              <a:solidFill>
                <a:srgbClr val="FFFFFF"/>
              </a:solidFill>
              <a:cs typeface="+mn-ea"/>
              <a:sym typeface="+mn-ea"/>
            </a:endParaRPr>
          </a:p>
        </p:txBody>
      </p:sp>
      <p:sp>
        <p:nvSpPr>
          <p:cNvPr id="13" name="正文"/>
          <p:cNvSpPr txBox="1"/>
          <p:nvPr>
            <p:custDataLst>
              <p:tags r:id="rId7"/>
            </p:custDataLst>
          </p:nvPr>
        </p:nvSpPr>
        <p:spPr>
          <a:xfrm>
            <a:off x="1437946" y="3732253"/>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融合物品ID嵌入与视觉特征，丰富物品表示，提升推荐系统性能。</a:t>
            </a:r>
            <a:endParaRPr lang="zh-CN" altLang="en-US" sz="1400" dirty="0">
              <a:ln>
                <a:noFill/>
                <a:prstDash val="sysDot"/>
              </a:ln>
              <a:solidFill>
                <a:srgbClr val="FFFFFF"/>
              </a:solidFill>
              <a:latin typeface="+mn-ea"/>
              <a:cs typeface="+mn-ea"/>
              <a:sym typeface="+mn-ea"/>
            </a:endParaRPr>
          </a:p>
        </p:txBody>
      </p:sp>
      <p:sp>
        <p:nvSpPr>
          <p:cNvPr id="14" name="标题"/>
          <p:cNvSpPr txBox="1"/>
          <p:nvPr>
            <p:custDataLst>
              <p:tags r:id="rId8"/>
            </p:custDataLst>
          </p:nvPr>
        </p:nvSpPr>
        <p:spPr>
          <a:xfrm>
            <a:off x="1437946" y="3279491"/>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solidFill>
                  <a:srgbClr val="FFFFFF"/>
                </a:solidFill>
                <a:cs typeface="+mn-ea"/>
                <a:sym typeface="+mn-ea"/>
              </a:rPr>
              <a:t>多模态特征融合</a:t>
            </a:r>
            <a:endParaRPr lang="zh-CN" altLang="en-US">
              <a:solidFill>
                <a:srgbClr val="FFFFFF"/>
              </a:solidFill>
              <a:cs typeface="+mn-ea"/>
              <a:sym typeface="+mn-ea"/>
            </a:endParaRPr>
          </a:p>
        </p:txBody>
      </p:sp>
      <p:sp>
        <p:nvSpPr>
          <p:cNvPr id="15" name="正文"/>
          <p:cNvSpPr txBox="1"/>
          <p:nvPr>
            <p:custDataLst>
              <p:tags r:id="rId9"/>
            </p:custDataLst>
          </p:nvPr>
        </p:nvSpPr>
        <p:spPr>
          <a:xfrm>
            <a:off x="1437946" y="5292472"/>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交互建模结合用户序列、物品ID、视觉特征和MLP，视觉注意力机制捕捉细粒度用户偏好。</a:t>
            </a:r>
            <a:endParaRPr lang="zh-CN" altLang="en-US" sz="1400" dirty="0">
              <a:ln>
                <a:noFill/>
                <a:prstDash val="sysDot"/>
              </a:ln>
              <a:solidFill>
                <a:srgbClr val="FFFFFF"/>
              </a:solidFill>
              <a:latin typeface="+mn-ea"/>
              <a:cs typeface="+mn-ea"/>
              <a:sym typeface="+mn-ea"/>
            </a:endParaRPr>
          </a:p>
        </p:txBody>
      </p:sp>
      <p:sp>
        <p:nvSpPr>
          <p:cNvPr id="16" name="标题"/>
          <p:cNvSpPr txBox="1"/>
          <p:nvPr>
            <p:custDataLst>
              <p:tags r:id="rId10"/>
            </p:custDataLst>
          </p:nvPr>
        </p:nvSpPr>
        <p:spPr>
          <a:xfrm>
            <a:off x="1437946" y="4839075"/>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solidFill>
                  <a:srgbClr val="FFFFFF"/>
                </a:solidFill>
                <a:cs typeface="+mn-ea"/>
                <a:sym typeface="+mn-ea"/>
              </a:rPr>
              <a:t>交互建模与视觉注意力</a:t>
            </a:r>
            <a:endParaRPr lang="zh-CN" altLang="en-US">
              <a:solidFill>
                <a:srgbClr val="FFFFFF"/>
              </a:solidFill>
              <a:cs typeface="+mn-ea"/>
              <a:sym typeface="+mn-ea"/>
            </a:endParaRPr>
          </a:p>
        </p:txBody>
      </p:sp>
      <p:sp>
        <p:nvSpPr>
          <p:cNvPr id="17" name="正文"/>
          <p:cNvSpPr txBox="1"/>
          <p:nvPr>
            <p:custDataLst>
              <p:tags r:id="rId11"/>
            </p:custDataLst>
          </p:nvPr>
        </p:nvSpPr>
        <p:spPr>
          <a:xfrm>
            <a:off x="6955547" y="2172668"/>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chemeClr val="tx1">
                    <a:lumMod val="85000"/>
                    <a:lumOff val="15000"/>
                  </a:schemeClr>
                </a:solidFill>
                <a:uFillTx/>
                <a:latin typeface="+mn-ea"/>
                <a:cs typeface="+mn-ea"/>
                <a:sym typeface="+mn-ea"/>
              </a:rPr>
              <a:t>可学习位置嵌入自适应捕捉时序模式，更精准反映用户行为动态。</a:t>
            </a:r>
            <a:endParaRPr lang="zh-CN" altLang="en-US" sz="1400" dirty="0">
              <a:ln>
                <a:noFill/>
                <a:prstDash val="sysDot"/>
              </a:ln>
              <a:solidFill>
                <a:schemeClr val="tx1">
                  <a:lumMod val="85000"/>
                  <a:lumOff val="15000"/>
                </a:schemeClr>
              </a:solidFill>
              <a:uFillTx/>
              <a:latin typeface="+mn-ea"/>
              <a:cs typeface="+mn-ea"/>
              <a:sym typeface="+mn-ea"/>
            </a:endParaRPr>
          </a:p>
        </p:txBody>
      </p:sp>
      <p:sp>
        <p:nvSpPr>
          <p:cNvPr id="18" name="标题"/>
          <p:cNvSpPr txBox="1"/>
          <p:nvPr>
            <p:custDataLst>
              <p:tags r:id="rId12"/>
            </p:custDataLst>
          </p:nvPr>
        </p:nvSpPr>
        <p:spPr>
          <a:xfrm>
            <a:off x="6955547" y="1719906"/>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cs typeface="+mn-ea"/>
                <a:sym typeface="+mn-ea"/>
              </a:rPr>
              <a:t>位置嵌入优势</a:t>
            </a:r>
            <a:endParaRPr lang="zh-CN" altLang="en-US">
              <a:cs typeface="+mn-ea"/>
              <a:sym typeface="+mn-ea"/>
            </a:endParaRPr>
          </a:p>
        </p:txBody>
      </p:sp>
      <p:sp>
        <p:nvSpPr>
          <p:cNvPr id="19" name="正文"/>
          <p:cNvSpPr txBox="1"/>
          <p:nvPr>
            <p:custDataLst>
              <p:tags r:id="rId13"/>
            </p:custDataLst>
          </p:nvPr>
        </p:nvSpPr>
        <p:spPr>
          <a:xfrm>
            <a:off x="6955547" y="3732253"/>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sym typeface="+mn-ea"/>
              </a:rPr>
              <a:t>连接、加法、注意力三种融合策略，连接通过特征拼接，加法高效相加，注意力动态加权。</a:t>
            </a:r>
            <a:endParaRPr lang="zh-CN" altLang="en-US" sz="1400" dirty="0">
              <a:ln>
                <a:noFill/>
                <a:prstDash val="sysDot"/>
              </a:ln>
              <a:solidFill>
                <a:schemeClr val="tx1">
                  <a:lumMod val="85000"/>
                  <a:lumOff val="15000"/>
                </a:schemeClr>
              </a:solidFill>
              <a:latin typeface="+mn-ea"/>
              <a:cs typeface="+mn-ea"/>
              <a:sym typeface="+mn-ea"/>
            </a:endParaRPr>
          </a:p>
        </p:txBody>
      </p:sp>
      <p:sp>
        <p:nvSpPr>
          <p:cNvPr id="26" name="标题"/>
          <p:cNvSpPr txBox="1"/>
          <p:nvPr>
            <p:custDataLst>
              <p:tags r:id="rId14"/>
            </p:custDataLst>
          </p:nvPr>
        </p:nvSpPr>
        <p:spPr>
          <a:xfrm>
            <a:off x="6955547" y="3279491"/>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cs typeface="+mn-ea"/>
                <a:sym typeface="+mn-ea"/>
              </a:rPr>
              <a:t>融合策略</a:t>
            </a:r>
            <a:endParaRPr lang="zh-CN" altLang="en-US">
              <a:cs typeface="+mn-ea"/>
              <a:sym typeface="+mn-ea"/>
            </a:endParaRPr>
          </a:p>
        </p:txBody>
      </p:sp>
      <p:sp>
        <p:nvSpPr>
          <p:cNvPr id="29" name="正文"/>
          <p:cNvSpPr txBox="1"/>
          <p:nvPr>
            <p:custDataLst>
              <p:tags r:id="rId15"/>
            </p:custDataLst>
          </p:nvPr>
        </p:nvSpPr>
        <p:spPr>
          <a:xfrm>
            <a:off x="6955547" y="5292472"/>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sym typeface="+mn-ea"/>
              </a:rPr>
              <a:t>视觉注意力机制识别用户视觉关注点，提供个性化精准推荐。</a:t>
            </a:r>
            <a:endParaRPr lang="zh-CN" altLang="en-US" sz="1400" dirty="0">
              <a:ln>
                <a:noFill/>
                <a:prstDash val="sysDot"/>
              </a:ln>
              <a:solidFill>
                <a:schemeClr val="tx1">
                  <a:lumMod val="85000"/>
                  <a:lumOff val="15000"/>
                </a:schemeClr>
              </a:solidFill>
              <a:latin typeface="+mn-ea"/>
              <a:cs typeface="+mn-ea"/>
              <a:sym typeface="+mn-ea"/>
            </a:endParaRPr>
          </a:p>
        </p:txBody>
      </p:sp>
      <p:sp>
        <p:nvSpPr>
          <p:cNvPr id="30" name="标题"/>
          <p:cNvSpPr txBox="1"/>
          <p:nvPr>
            <p:custDataLst>
              <p:tags r:id="rId16"/>
            </p:custDataLst>
          </p:nvPr>
        </p:nvSpPr>
        <p:spPr>
          <a:xfrm>
            <a:off x="6955547" y="4839075"/>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cs typeface="+mn-ea"/>
                <a:sym typeface="+mn-ea"/>
              </a:rPr>
              <a:t>细粒度用户偏好效果</a:t>
            </a:r>
            <a:endParaRPr lang="zh-CN" altLang="en-US">
              <a:cs typeface="+mn-ea"/>
              <a:sym typeface="+mn-ea"/>
            </a:endParaRPr>
          </a:p>
        </p:txBody>
      </p:sp>
    </p:spTree>
    <p:custDataLst>
      <p:tags r:id="rId1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直接优化排序质量：遗忘曲线机制在推荐多样性中的应用</a:t>
            </a:r>
            <a:endParaRPr lang="zh-CN" altLang="en-US" dirty="0">
              <a:sym typeface="+mn-ea"/>
            </a:endParaRPr>
          </a:p>
        </p:txBody>
      </p:sp>
      <p:sp>
        <p:nvSpPr>
          <p:cNvPr id="11" name="矩形 10"/>
          <p:cNvSpPr/>
          <p:nvPr>
            <p:custDataLst>
              <p:tags r:id="rId2"/>
            </p:custDataLst>
          </p:nvPr>
        </p:nvSpPr>
        <p:spPr>
          <a:xfrm flipV="1">
            <a:off x="6631896" y="4178218"/>
            <a:ext cx="2870364" cy="1979915"/>
          </a:xfrm>
          <a:prstGeom prst="rect">
            <a:avLst/>
          </a:prstGeom>
          <a:solidFill>
            <a:schemeClr val="bg1">
              <a:alpha val="0"/>
            </a:schemeClr>
          </a:solidFill>
          <a:ln w="12700" cap="flat" cmpd="sng" algn="ctr">
            <a:gradFill>
              <a:gsLst>
                <a:gs pos="0">
                  <a:schemeClr val="accent4">
                    <a:alpha val="100000"/>
                  </a:schemeClr>
                </a:gs>
                <a:gs pos="80000">
                  <a:schemeClr val="accent4">
                    <a:alpha val="0"/>
                  </a:schemeClr>
                </a:gs>
              </a:gsLst>
              <a:lin ang="16200000" scaled="0"/>
            </a:gra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sp>
        <p:nvSpPr>
          <p:cNvPr id="12" name="矩形 11"/>
          <p:cNvSpPr/>
          <p:nvPr>
            <p:custDataLst>
              <p:tags r:id="rId3"/>
            </p:custDataLst>
          </p:nvPr>
        </p:nvSpPr>
        <p:spPr>
          <a:xfrm flipV="1">
            <a:off x="2680320" y="4176948"/>
            <a:ext cx="2870364" cy="1979915"/>
          </a:xfrm>
          <a:prstGeom prst="rect">
            <a:avLst/>
          </a:prstGeom>
          <a:solidFill>
            <a:schemeClr val="bg1">
              <a:alpha val="0"/>
            </a:schemeClr>
          </a:solidFill>
          <a:ln w="12700" cap="flat" cmpd="sng" algn="ctr">
            <a:gradFill>
              <a:gsLst>
                <a:gs pos="0">
                  <a:schemeClr val="accent2">
                    <a:alpha val="100000"/>
                  </a:schemeClr>
                </a:gs>
                <a:gs pos="80000">
                  <a:schemeClr val="accent2">
                    <a:alpha val="0"/>
                  </a:schemeClr>
                </a:gs>
              </a:gsLst>
              <a:lin ang="16200000" scaled="0"/>
            </a:gra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sp>
        <p:nvSpPr>
          <p:cNvPr id="16" name="椭圆 15"/>
          <p:cNvSpPr/>
          <p:nvPr>
            <p:custDataLst>
              <p:tags r:id="rId4"/>
            </p:custDataLst>
          </p:nvPr>
        </p:nvSpPr>
        <p:spPr>
          <a:xfrm>
            <a:off x="2018020" y="3620692"/>
            <a:ext cx="249553" cy="249553"/>
          </a:xfrm>
          <a:prstGeom prst="ellipse">
            <a:avLst/>
          </a:prstGeom>
          <a:solidFill>
            <a:schemeClr val="accent1">
              <a:alpha val="30000"/>
            </a:schemeClr>
          </a:solidFill>
          <a:ln w="635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17" name="椭圆 16"/>
          <p:cNvSpPr/>
          <p:nvPr>
            <p:custDataLst>
              <p:tags r:id="rId5"/>
            </p:custDataLst>
          </p:nvPr>
        </p:nvSpPr>
        <p:spPr>
          <a:xfrm>
            <a:off x="2079615" y="3681652"/>
            <a:ext cx="126999" cy="126999"/>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20" name="矩形 19"/>
          <p:cNvSpPr/>
          <p:nvPr>
            <p:custDataLst>
              <p:tags r:id="rId6"/>
            </p:custDataLst>
          </p:nvPr>
        </p:nvSpPr>
        <p:spPr>
          <a:xfrm>
            <a:off x="707390" y="1346774"/>
            <a:ext cx="2870364" cy="1979915"/>
          </a:xfrm>
          <a:prstGeom prst="rect">
            <a:avLst/>
          </a:prstGeom>
          <a:solidFill>
            <a:schemeClr val="bg1">
              <a:alpha val="0"/>
            </a:schemeClr>
          </a:solidFill>
          <a:ln w="12700" cap="flat" cmpd="sng" algn="ctr">
            <a:gradFill>
              <a:gsLst>
                <a:gs pos="0">
                  <a:schemeClr val="accent1">
                    <a:alpha val="100000"/>
                  </a:schemeClr>
                </a:gs>
                <a:gs pos="80000">
                  <a:schemeClr val="accent1">
                    <a:alpha val="0"/>
                  </a:schemeClr>
                </a:gs>
              </a:gsLst>
              <a:lin ang="16200000" scaled="0"/>
            </a:gra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21" name="直接连接符 20"/>
          <p:cNvCxnSpPr/>
          <p:nvPr>
            <p:custDataLst>
              <p:tags r:id="rId7"/>
            </p:custDataLst>
          </p:nvPr>
        </p:nvCxnSpPr>
        <p:spPr>
          <a:xfrm flipH="1" flipV="1">
            <a:off x="2143114" y="3326690"/>
            <a:ext cx="1" cy="293583"/>
          </a:xfrm>
          <a:prstGeom prst="line">
            <a:avLst/>
          </a:prstGeom>
          <a:noFill/>
          <a:ln w="12700" cap="flat" cmpd="sng" algn="ctr">
            <a:gradFill>
              <a:gsLst>
                <a:gs pos="0">
                  <a:schemeClr val="accent1">
                    <a:alpha val="0"/>
                  </a:schemeClr>
                </a:gs>
                <a:gs pos="100000">
                  <a:schemeClr val="accent1">
                    <a:alpha val="100000"/>
                  </a:schemeClr>
                </a:gs>
              </a:gsLst>
              <a:lin ang="5400000" scaled="1"/>
            </a:gradFill>
            <a:prstDash val="solid"/>
            <a:miter lim="800000"/>
          </a:ln>
          <a:effectLst/>
        </p:spPr>
      </p:cxnSp>
      <p:sp>
        <p:nvSpPr>
          <p:cNvPr id="34" name="矩形 33"/>
          <p:cNvSpPr/>
          <p:nvPr>
            <p:custDataLst>
              <p:tags r:id="rId8"/>
            </p:custDataLst>
          </p:nvPr>
        </p:nvSpPr>
        <p:spPr>
          <a:xfrm>
            <a:off x="1004568" y="1992565"/>
            <a:ext cx="2277093" cy="1330315"/>
          </a:xfrm>
          <a:prstGeom prst="rect">
            <a:avLst/>
          </a:prstGeom>
          <a:noFill/>
        </p:spPr>
        <p:txBody>
          <a:bodyPr wrap="square" lIns="0" tIns="0" rIns="0" bIns="0" rtlCol="0" anchor="t" anchorCtr="0">
            <a:norm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用于建模用户长期兴趣，调整记忆强度衰减，核心是R(t)=e−tS公式</a:t>
            </a:r>
            <a:endParaRPr lang="zh-CN" altLang="en-US" sz="1400" dirty="0">
              <a:solidFill>
                <a:schemeClr val="tx1">
                  <a:lumMod val="85000"/>
                  <a:lumOff val="15000"/>
                </a:schemeClr>
              </a:solidFill>
              <a:latin typeface="+mn-ea"/>
              <a:cs typeface="+mn-ea"/>
            </a:endParaRPr>
          </a:p>
        </p:txBody>
      </p:sp>
      <p:sp>
        <p:nvSpPr>
          <p:cNvPr id="35" name="矩形 34"/>
          <p:cNvSpPr/>
          <p:nvPr>
            <p:custDataLst>
              <p:tags r:id="rId9"/>
            </p:custDataLst>
          </p:nvPr>
        </p:nvSpPr>
        <p:spPr>
          <a:xfrm>
            <a:off x="1004568" y="1426784"/>
            <a:ext cx="2277093" cy="530221"/>
          </a:xfrm>
          <a:prstGeom prst="rect">
            <a:avLst/>
          </a:prstGeom>
          <a:noFill/>
        </p:spPr>
        <p:txBody>
          <a:bodyPr wrap="square" lIns="0" tIns="0" rIns="0" bIns="0" rtlCol="0" anchor="b">
            <a:normAutofit/>
          </a:bodyPr>
          <a:p>
            <a:pPr algn="ctr">
              <a:spcBef>
                <a:spcPct val="0"/>
              </a:spcBef>
              <a:spcAft>
                <a:spcPct val="0"/>
              </a:spcAft>
            </a:pPr>
            <a:r>
              <a:rPr lang="zh-CN" altLang="en-US" sz="2000" b="1">
                <a:solidFill>
                  <a:schemeClr val="accent1"/>
                </a:solidFill>
                <a:latin typeface="+mn-ea"/>
                <a:cs typeface="+mn-ea"/>
              </a:rPr>
              <a:t>遗忘曲线机制</a:t>
            </a:r>
            <a:endParaRPr lang="zh-CN" altLang="en-US" sz="2000" b="1">
              <a:solidFill>
                <a:schemeClr val="accent1"/>
              </a:solidFill>
              <a:latin typeface="+mn-ea"/>
              <a:cs typeface="+mn-ea"/>
            </a:endParaRPr>
          </a:p>
        </p:txBody>
      </p:sp>
      <p:sp>
        <p:nvSpPr>
          <p:cNvPr id="22" name="椭圆 21"/>
          <p:cNvSpPr/>
          <p:nvPr>
            <p:custDataLst>
              <p:tags r:id="rId10"/>
            </p:custDataLst>
          </p:nvPr>
        </p:nvSpPr>
        <p:spPr>
          <a:xfrm flipV="1">
            <a:off x="3990316" y="3620692"/>
            <a:ext cx="249553" cy="249553"/>
          </a:xfrm>
          <a:prstGeom prst="ellipse">
            <a:avLst/>
          </a:prstGeom>
          <a:solidFill>
            <a:schemeClr val="accent2">
              <a:alpha val="30000"/>
            </a:schemeClr>
          </a:solidFill>
          <a:ln w="635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23" name="椭圆 22"/>
          <p:cNvSpPr/>
          <p:nvPr>
            <p:custDataLst>
              <p:tags r:id="rId11"/>
            </p:custDataLst>
          </p:nvPr>
        </p:nvSpPr>
        <p:spPr>
          <a:xfrm flipV="1">
            <a:off x="4051910" y="3681652"/>
            <a:ext cx="126999" cy="126999"/>
          </a:xfrm>
          <a:prstGeom prst="ellipse">
            <a:avLst/>
          </a:prstGeom>
          <a:solidFill>
            <a:schemeClr val="accent2"/>
          </a:solidFill>
          <a:ln w="63500" cap="flat" cmpd="sng" algn="ctr">
            <a:solidFill>
              <a:schemeClr val="accent2">
                <a:alpha val="4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cxnSp>
        <p:nvCxnSpPr>
          <p:cNvPr id="24" name="直接连接符 23"/>
          <p:cNvCxnSpPr/>
          <p:nvPr>
            <p:custDataLst>
              <p:tags r:id="rId12"/>
            </p:custDataLst>
          </p:nvPr>
        </p:nvCxnSpPr>
        <p:spPr>
          <a:xfrm flipH="1">
            <a:off x="4115410" y="3891200"/>
            <a:ext cx="1" cy="293583"/>
          </a:xfrm>
          <a:prstGeom prst="line">
            <a:avLst/>
          </a:prstGeom>
          <a:noFill/>
          <a:ln w="12700" cap="flat" cmpd="sng" algn="ctr">
            <a:gradFill>
              <a:gsLst>
                <a:gs pos="0">
                  <a:schemeClr val="accent2">
                    <a:alpha val="0"/>
                  </a:schemeClr>
                </a:gs>
                <a:gs pos="100000">
                  <a:schemeClr val="accent2">
                    <a:alpha val="100000"/>
                  </a:schemeClr>
                </a:gs>
              </a:gsLst>
              <a:lin ang="5400000" scaled="1"/>
            </a:gradFill>
            <a:prstDash val="solid"/>
            <a:miter lim="800000"/>
          </a:ln>
          <a:effectLst/>
        </p:spPr>
      </p:cxnSp>
      <p:sp>
        <p:nvSpPr>
          <p:cNvPr id="36" name="矩形 35"/>
          <p:cNvSpPr/>
          <p:nvPr>
            <p:custDataLst>
              <p:tags r:id="rId13"/>
            </p:custDataLst>
          </p:nvPr>
        </p:nvSpPr>
        <p:spPr>
          <a:xfrm>
            <a:off x="2976863" y="4745269"/>
            <a:ext cx="2277093" cy="1330315"/>
          </a:xfrm>
          <a:prstGeom prst="rect">
            <a:avLst/>
          </a:prstGeom>
          <a:noFill/>
        </p:spPr>
        <p:txBody>
          <a:bodyPr wrap="square" lIns="0" tIns="0" rIns="0" bIns="0" rtlCol="0" anchor="t" anchorCtr="0">
            <a:norm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rPr>
              <a:t>直接优化排序质量，增强推荐多样性，利用遗忘曲线调整用户记忆</a:t>
            </a:r>
            <a:endParaRPr lang="zh-CN" altLang="en-US" sz="1400">
              <a:solidFill>
                <a:schemeClr val="tx1">
                  <a:lumMod val="85000"/>
                  <a:lumOff val="15000"/>
                </a:schemeClr>
              </a:solidFill>
              <a:latin typeface="+mn-ea"/>
              <a:cs typeface="+mn-ea"/>
            </a:endParaRPr>
          </a:p>
        </p:txBody>
      </p:sp>
      <p:sp>
        <p:nvSpPr>
          <p:cNvPr id="37" name="矩形 36"/>
          <p:cNvSpPr/>
          <p:nvPr>
            <p:custDataLst>
              <p:tags r:id="rId14"/>
            </p:custDataLst>
          </p:nvPr>
        </p:nvSpPr>
        <p:spPr>
          <a:xfrm>
            <a:off x="2976863" y="4166153"/>
            <a:ext cx="2277093" cy="530221"/>
          </a:xfrm>
          <a:prstGeom prst="rect">
            <a:avLst/>
          </a:prstGeom>
          <a:noFill/>
        </p:spPr>
        <p:txBody>
          <a:bodyPr wrap="square" lIns="0" tIns="0" rIns="0" bIns="0" rtlCol="0" anchor="b">
            <a:normAutofit/>
          </a:bodyPr>
          <a:p>
            <a:pPr algn="ctr">
              <a:spcBef>
                <a:spcPct val="0"/>
              </a:spcBef>
              <a:spcAft>
                <a:spcPct val="0"/>
              </a:spcAft>
            </a:pPr>
            <a:r>
              <a:rPr lang="zh-CN" altLang="en-US" sz="2000" b="1">
                <a:solidFill>
                  <a:schemeClr val="accent2"/>
                </a:solidFill>
                <a:latin typeface="+mn-ea"/>
                <a:cs typeface="+mn-ea"/>
              </a:rPr>
              <a:t>推荐系统应用</a:t>
            </a:r>
            <a:endParaRPr lang="zh-CN" altLang="en-US" sz="2000" b="1">
              <a:solidFill>
                <a:schemeClr val="accent2"/>
              </a:solidFill>
              <a:latin typeface="+mn-ea"/>
              <a:cs typeface="+mn-ea"/>
            </a:endParaRPr>
          </a:p>
        </p:txBody>
      </p:sp>
      <p:cxnSp>
        <p:nvCxnSpPr>
          <p:cNvPr id="25" name="直接连接符 24"/>
          <p:cNvCxnSpPr/>
          <p:nvPr>
            <p:custDataLst>
              <p:tags r:id="rId15"/>
            </p:custDataLst>
          </p:nvPr>
        </p:nvCxnSpPr>
        <p:spPr>
          <a:xfrm>
            <a:off x="697865" y="3745152"/>
            <a:ext cx="10799920" cy="0"/>
          </a:xfrm>
          <a:prstGeom prst="line">
            <a:avLst/>
          </a:prstGeom>
          <a:noFill/>
          <a:ln w="25400" cap="flat" cmpd="sng" algn="ctr">
            <a:gradFill>
              <a:gsLst>
                <a:gs pos="0">
                  <a:schemeClr val="accent1">
                    <a:alpha val="0"/>
                  </a:schemeClr>
                </a:gs>
                <a:gs pos="54000">
                  <a:schemeClr val="accent1">
                    <a:alpha val="100000"/>
                  </a:schemeClr>
                </a:gs>
                <a:gs pos="100000">
                  <a:schemeClr val="accent1">
                    <a:alpha val="0"/>
                  </a:schemeClr>
                </a:gs>
              </a:gsLst>
              <a:lin ang="0" scaled="0"/>
            </a:gradFill>
            <a:prstDash val="solid"/>
            <a:miter lim="800000"/>
          </a:ln>
          <a:effectLst/>
        </p:spPr>
      </p:cxnSp>
      <p:sp>
        <p:nvSpPr>
          <p:cNvPr id="26" name="椭圆 25"/>
          <p:cNvSpPr/>
          <p:nvPr>
            <p:custDataLst>
              <p:tags r:id="rId16"/>
            </p:custDataLst>
          </p:nvPr>
        </p:nvSpPr>
        <p:spPr>
          <a:xfrm>
            <a:off x="5980391" y="3616882"/>
            <a:ext cx="249553" cy="249553"/>
          </a:xfrm>
          <a:prstGeom prst="ellipse">
            <a:avLst/>
          </a:prstGeom>
          <a:solidFill>
            <a:schemeClr val="accent3">
              <a:alpha val="30000"/>
            </a:schemeClr>
          </a:solidFill>
          <a:ln w="635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27" name="椭圆 26"/>
          <p:cNvSpPr/>
          <p:nvPr>
            <p:custDataLst>
              <p:tags r:id="rId17"/>
            </p:custDataLst>
          </p:nvPr>
        </p:nvSpPr>
        <p:spPr>
          <a:xfrm>
            <a:off x="6041985" y="3677842"/>
            <a:ext cx="126999" cy="126999"/>
          </a:xfrm>
          <a:prstGeom prst="ellipse">
            <a:avLst/>
          </a:prstGeom>
          <a:solidFill>
            <a:schemeClr val="accent3"/>
          </a:solidFill>
          <a:ln w="63500" cap="flat" cmpd="sng" algn="ctr">
            <a:solidFill>
              <a:schemeClr val="accent3">
                <a:alpha val="4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28" name="矩形 27"/>
          <p:cNvSpPr/>
          <p:nvPr>
            <p:custDataLst>
              <p:tags r:id="rId18"/>
            </p:custDataLst>
          </p:nvPr>
        </p:nvSpPr>
        <p:spPr>
          <a:xfrm>
            <a:off x="4669761" y="1343599"/>
            <a:ext cx="2870364" cy="1979915"/>
          </a:xfrm>
          <a:prstGeom prst="rect">
            <a:avLst/>
          </a:prstGeom>
          <a:solidFill>
            <a:schemeClr val="bg1">
              <a:alpha val="0"/>
            </a:schemeClr>
          </a:solidFill>
          <a:ln w="12700" cap="flat" cmpd="sng" algn="ctr">
            <a:gradFill>
              <a:gsLst>
                <a:gs pos="0">
                  <a:schemeClr val="accent3">
                    <a:alpha val="100000"/>
                  </a:schemeClr>
                </a:gs>
                <a:gs pos="80000">
                  <a:schemeClr val="accent3">
                    <a:alpha val="0"/>
                  </a:schemeClr>
                </a:gs>
              </a:gsLst>
              <a:lin ang="16200000" scaled="0"/>
            </a:gra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29" name="直接连接符 28"/>
          <p:cNvCxnSpPr/>
          <p:nvPr>
            <p:custDataLst>
              <p:tags r:id="rId19"/>
            </p:custDataLst>
          </p:nvPr>
        </p:nvCxnSpPr>
        <p:spPr>
          <a:xfrm flipH="1" flipV="1">
            <a:off x="6105485" y="3323515"/>
            <a:ext cx="1" cy="293583"/>
          </a:xfrm>
          <a:prstGeom prst="line">
            <a:avLst/>
          </a:prstGeom>
          <a:noFill/>
          <a:ln w="12700" cap="flat" cmpd="sng" algn="ctr">
            <a:gradFill>
              <a:gsLst>
                <a:gs pos="0">
                  <a:schemeClr val="accent3">
                    <a:alpha val="0"/>
                  </a:schemeClr>
                </a:gs>
                <a:gs pos="100000">
                  <a:schemeClr val="accent3">
                    <a:alpha val="100000"/>
                  </a:schemeClr>
                </a:gs>
              </a:gsLst>
              <a:lin ang="5400000" scaled="1"/>
            </a:gradFill>
            <a:prstDash val="solid"/>
            <a:miter lim="800000"/>
          </a:ln>
          <a:effectLst/>
        </p:spPr>
      </p:cxnSp>
      <p:sp>
        <p:nvSpPr>
          <p:cNvPr id="38" name="矩形 37"/>
          <p:cNvSpPr/>
          <p:nvPr>
            <p:custDataLst>
              <p:tags r:id="rId20"/>
            </p:custDataLst>
          </p:nvPr>
        </p:nvSpPr>
        <p:spPr>
          <a:xfrm>
            <a:off x="4966938" y="1988755"/>
            <a:ext cx="2277093" cy="1330315"/>
          </a:xfrm>
          <a:prstGeom prst="rect">
            <a:avLst/>
          </a:prstGeom>
          <a:noFill/>
        </p:spPr>
        <p:txBody>
          <a:bodyPr wrap="square" lIns="0" tIns="0" rIns="0" bIns="0" rtlCol="0" anchor="t" anchorCtr="0">
            <a:norm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rPr>
              <a:t>用户兴趣随时间衰减，由上次交互时间和衰减参数决定</a:t>
            </a:r>
            <a:endParaRPr lang="zh-CN" altLang="en-US" sz="1400">
              <a:solidFill>
                <a:schemeClr val="tx1">
                  <a:lumMod val="85000"/>
                  <a:lumOff val="15000"/>
                </a:schemeClr>
              </a:solidFill>
              <a:latin typeface="+mn-ea"/>
              <a:cs typeface="+mn-ea"/>
            </a:endParaRPr>
          </a:p>
        </p:txBody>
      </p:sp>
      <p:sp>
        <p:nvSpPr>
          <p:cNvPr id="39" name="矩形 38"/>
          <p:cNvSpPr/>
          <p:nvPr>
            <p:custDataLst>
              <p:tags r:id="rId21"/>
            </p:custDataLst>
          </p:nvPr>
        </p:nvSpPr>
        <p:spPr>
          <a:xfrm>
            <a:off x="4966938" y="1422974"/>
            <a:ext cx="2277093" cy="530221"/>
          </a:xfrm>
          <a:prstGeom prst="rect">
            <a:avLst/>
          </a:prstGeom>
          <a:noFill/>
        </p:spPr>
        <p:txBody>
          <a:bodyPr wrap="square" lIns="0" tIns="0" rIns="0" bIns="0" rtlCol="0" anchor="b">
            <a:normAutofit/>
          </a:bodyPr>
          <a:p>
            <a:pPr algn="ctr">
              <a:spcBef>
                <a:spcPct val="0"/>
              </a:spcBef>
              <a:spcAft>
                <a:spcPct val="0"/>
              </a:spcAft>
            </a:pPr>
            <a:r>
              <a:rPr lang="zh-CN" altLang="en-US" sz="2000" b="1">
                <a:solidFill>
                  <a:schemeClr val="accent3"/>
                </a:solidFill>
                <a:latin typeface="+mn-ea"/>
                <a:cs typeface="+mn-ea"/>
              </a:rPr>
              <a:t>用户兴趣衰减建模</a:t>
            </a:r>
            <a:endParaRPr lang="zh-CN" altLang="en-US" sz="2000" b="1">
              <a:solidFill>
                <a:schemeClr val="accent3"/>
              </a:solidFill>
              <a:latin typeface="+mn-ea"/>
              <a:cs typeface="+mn-ea"/>
            </a:endParaRPr>
          </a:p>
        </p:txBody>
      </p:sp>
      <p:sp>
        <p:nvSpPr>
          <p:cNvPr id="30" name="椭圆 29"/>
          <p:cNvSpPr/>
          <p:nvPr>
            <p:custDataLst>
              <p:tags r:id="rId22"/>
            </p:custDataLst>
          </p:nvPr>
        </p:nvSpPr>
        <p:spPr>
          <a:xfrm>
            <a:off x="9933236" y="3616882"/>
            <a:ext cx="249553" cy="249553"/>
          </a:xfrm>
          <a:prstGeom prst="ellipse">
            <a:avLst/>
          </a:prstGeom>
          <a:solidFill>
            <a:schemeClr val="accent5">
              <a:alpha val="30000"/>
            </a:schemeClr>
          </a:solidFill>
          <a:ln w="635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31" name="椭圆 30"/>
          <p:cNvSpPr/>
          <p:nvPr>
            <p:custDataLst>
              <p:tags r:id="rId23"/>
            </p:custDataLst>
          </p:nvPr>
        </p:nvSpPr>
        <p:spPr>
          <a:xfrm>
            <a:off x="9994196" y="3677842"/>
            <a:ext cx="126999" cy="126999"/>
          </a:xfrm>
          <a:prstGeom prst="ellipse">
            <a:avLst/>
          </a:prstGeom>
          <a:solidFill>
            <a:schemeClr val="accent5"/>
          </a:solidFill>
          <a:ln w="63500" cap="flat" cmpd="sng" algn="ctr">
            <a:solidFill>
              <a:schemeClr val="accent5">
                <a:alpha val="4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32" name="矩形 31"/>
          <p:cNvSpPr/>
          <p:nvPr>
            <p:custDataLst>
              <p:tags r:id="rId24"/>
            </p:custDataLst>
          </p:nvPr>
        </p:nvSpPr>
        <p:spPr>
          <a:xfrm>
            <a:off x="8622606" y="1343599"/>
            <a:ext cx="2870364" cy="1979915"/>
          </a:xfrm>
          <a:prstGeom prst="rect">
            <a:avLst/>
          </a:prstGeom>
          <a:solidFill>
            <a:schemeClr val="bg1">
              <a:alpha val="0"/>
            </a:schemeClr>
          </a:solidFill>
          <a:ln w="12700" cap="flat" cmpd="sng" algn="ctr">
            <a:gradFill>
              <a:gsLst>
                <a:gs pos="0">
                  <a:schemeClr val="accent5">
                    <a:alpha val="100000"/>
                  </a:schemeClr>
                </a:gs>
                <a:gs pos="80000">
                  <a:schemeClr val="accent5">
                    <a:alpha val="0"/>
                  </a:schemeClr>
                </a:gs>
              </a:gsLst>
              <a:lin ang="16200000" scaled="0"/>
            </a:gra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33" name="直接连接符 32"/>
          <p:cNvCxnSpPr/>
          <p:nvPr>
            <p:custDataLst>
              <p:tags r:id="rId25"/>
            </p:custDataLst>
          </p:nvPr>
        </p:nvCxnSpPr>
        <p:spPr>
          <a:xfrm flipH="1" flipV="1">
            <a:off x="10057696" y="3323515"/>
            <a:ext cx="1" cy="293583"/>
          </a:xfrm>
          <a:prstGeom prst="line">
            <a:avLst/>
          </a:prstGeom>
          <a:noFill/>
          <a:ln w="12700" cap="flat" cmpd="sng" algn="ctr">
            <a:gradFill>
              <a:gsLst>
                <a:gs pos="0">
                  <a:schemeClr val="accent5">
                    <a:alpha val="0"/>
                  </a:schemeClr>
                </a:gs>
                <a:gs pos="100000">
                  <a:schemeClr val="accent5">
                    <a:alpha val="100000"/>
                  </a:schemeClr>
                </a:gs>
              </a:gsLst>
              <a:lin ang="5400000" scaled="1"/>
            </a:gradFill>
            <a:prstDash val="solid"/>
            <a:miter lim="800000"/>
          </a:ln>
          <a:effectLst/>
        </p:spPr>
      </p:cxnSp>
      <p:sp>
        <p:nvSpPr>
          <p:cNvPr id="40" name="矩形 39"/>
          <p:cNvSpPr/>
          <p:nvPr>
            <p:custDataLst>
              <p:tags r:id="rId26"/>
            </p:custDataLst>
          </p:nvPr>
        </p:nvSpPr>
        <p:spPr>
          <a:xfrm>
            <a:off x="8919149" y="1988755"/>
            <a:ext cx="2277093" cy="1330315"/>
          </a:xfrm>
          <a:prstGeom prst="rect">
            <a:avLst/>
          </a:prstGeom>
          <a:noFill/>
        </p:spPr>
        <p:txBody>
          <a:bodyPr wrap="square" lIns="0" tIns="0" rIns="0" bIns="0" rtlCol="0" anchor="t" anchorCtr="0">
            <a:norm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平衡模型召回率与准确率的关键公式</a:t>
            </a:r>
            <a:endParaRPr lang="zh-CN" altLang="en-US" sz="1400" dirty="0">
              <a:solidFill>
                <a:schemeClr val="tx1">
                  <a:lumMod val="85000"/>
                  <a:lumOff val="15000"/>
                </a:schemeClr>
              </a:solidFill>
              <a:latin typeface="+mn-ea"/>
              <a:cs typeface="+mn-ea"/>
            </a:endParaRPr>
          </a:p>
        </p:txBody>
      </p:sp>
      <p:sp>
        <p:nvSpPr>
          <p:cNvPr id="41" name="矩形 40"/>
          <p:cNvSpPr/>
          <p:nvPr>
            <p:custDataLst>
              <p:tags r:id="rId27"/>
            </p:custDataLst>
          </p:nvPr>
        </p:nvSpPr>
        <p:spPr>
          <a:xfrm>
            <a:off x="8919149" y="1422974"/>
            <a:ext cx="2277093" cy="530221"/>
          </a:xfrm>
          <a:prstGeom prst="rect">
            <a:avLst/>
          </a:prstGeom>
          <a:noFill/>
        </p:spPr>
        <p:txBody>
          <a:bodyPr wrap="square" lIns="0" tIns="0" rIns="0" bIns="0" rtlCol="0" anchor="b">
            <a:normAutofit/>
          </a:bodyPr>
          <a:p>
            <a:pPr algn="ctr">
              <a:spcBef>
                <a:spcPct val="0"/>
              </a:spcBef>
              <a:spcAft>
                <a:spcPct val="0"/>
              </a:spcAft>
            </a:pPr>
            <a:r>
              <a:rPr lang="zh-CN" altLang="en-US" sz="2000" b="1">
                <a:solidFill>
                  <a:schemeClr val="accent5"/>
                </a:solidFill>
                <a:latin typeface="+mn-ea"/>
                <a:cs typeface="+mn-ea"/>
              </a:rPr>
              <a:t>遗忘感知重排序</a:t>
            </a:r>
            <a:endParaRPr lang="zh-CN" altLang="en-US" sz="2000" b="1">
              <a:solidFill>
                <a:schemeClr val="accent5"/>
              </a:solidFill>
              <a:latin typeface="+mn-ea"/>
              <a:cs typeface="+mn-ea"/>
            </a:endParaRPr>
          </a:p>
        </p:txBody>
      </p:sp>
      <p:sp>
        <p:nvSpPr>
          <p:cNvPr id="42" name="椭圆 41"/>
          <p:cNvSpPr/>
          <p:nvPr>
            <p:custDataLst>
              <p:tags r:id="rId28"/>
            </p:custDataLst>
          </p:nvPr>
        </p:nvSpPr>
        <p:spPr>
          <a:xfrm flipV="1">
            <a:off x="7942526" y="3621327"/>
            <a:ext cx="249553" cy="249553"/>
          </a:xfrm>
          <a:prstGeom prst="ellipse">
            <a:avLst/>
          </a:prstGeom>
          <a:solidFill>
            <a:schemeClr val="accent4">
              <a:alpha val="30000"/>
            </a:schemeClr>
          </a:solidFill>
          <a:ln w="635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43" name="椭圆 42"/>
          <p:cNvSpPr/>
          <p:nvPr>
            <p:custDataLst>
              <p:tags r:id="rId29"/>
            </p:custDataLst>
          </p:nvPr>
        </p:nvSpPr>
        <p:spPr>
          <a:xfrm flipV="1">
            <a:off x="8003486" y="3682922"/>
            <a:ext cx="126999" cy="126999"/>
          </a:xfrm>
          <a:prstGeom prst="ellipse">
            <a:avLst/>
          </a:prstGeom>
          <a:solidFill>
            <a:schemeClr val="accent4"/>
          </a:solidFill>
          <a:ln w="63500" cap="flat" cmpd="sng" algn="ctr">
            <a:solidFill>
              <a:schemeClr val="accent4">
                <a:alpha val="4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cxnSp>
        <p:nvCxnSpPr>
          <p:cNvPr id="44" name="直接连接符 43"/>
          <p:cNvCxnSpPr/>
          <p:nvPr>
            <p:custDataLst>
              <p:tags r:id="rId30"/>
            </p:custDataLst>
          </p:nvPr>
        </p:nvCxnSpPr>
        <p:spPr>
          <a:xfrm flipH="1">
            <a:off x="8066985" y="3892470"/>
            <a:ext cx="1" cy="293583"/>
          </a:xfrm>
          <a:prstGeom prst="line">
            <a:avLst/>
          </a:prstGeom>
          <a:noFill/>
          <a:ln w="12700" cap="flat" cmpd="sng" algn="ctr">
            <a:gradFill>
              <a:gsLst>
                <a:gs pos="0">
                  <a:schemeClr val="accent4">
                    <a:alpha val="0"/>
                  </a:schemeClr>
                </a:gs>
                <a:gs pos="100000">
                  <a:schemeClr val="accent4">
                    <a:alpha val="100000"/>
                  </a:schemeClr>
                </a:gs>
              </a:gsLst>
              <a:lin ang="5400000" scaled="1"/>
            </a:gradFill>
            <a:prstDash val="solid"/>
            <a:miter lim="800000"/>
          </a:ln>
          <a:effectLst/>
        </p:spPr>
      </p:cxnSp>
      <p:sp>
        <p:nvSpPr>
          <p:cNvPr id="45" name="矩形 44"/>
          <p:cNvSpPr/>
          <p:nvPr>
            <p:custDataLst>
              <p:tags r:id="rId31"/>
            </p:custDataLst>
          </p:nvPr>
        </p:nvSpPr>
        <p:spPr>
          <a:xfrm>
            <a:off x="6928439" y="4746539"/>
            <a:ext cx="2277093" cy="1330315"/>
          </a:xfrm>
          <a:prstGeom prst="rect">
            <a:avLst/>
          </a:prstGeom>
          <a:noFill/>
        </p:spPr>
        <p:txBody>
          <a:bodyPr wrap="square" lIns="0" tIns="0" rIns="0" bIns="0" rtlCol="0" anchor="t" anchorCtr="0">
            <a:norm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rPr>
              <a:t>物品i的多样性得分由其与已推荐集合S中各物品的加权相似度决定</a:t>
            </a:r>
            <a:endParaRPr lang="zh-CN" altLang="en-US" sz="1400">
              <a:solidFill>
                <a:schemeClr val="tx1">
                  <a:lumMod val="85000"/>
                  <a:lumOff val="15000"/>
                </a:schemeClr>
              </a:solidFill>
              <a:latin typeface="+mn-ea"/>
              <a:cs typeface="+mn-ea"/>
            </a:endParaRPr>
          </a:p>
        </p:txBody>
      </p:sp>
      <p:sp>
        <p:nvSpPr>
          <p:cNvPr id="46" name="矩形 45"/>
          <p:cNvSpPr/>
          <p:nvPr>
            <p:custDataLst>
              <p:tags r:id="rId32"/>
            </p:custDataLst>
          </p:nvPr>
        </p:nvSpPr>
        <p:spPr>
          <a:xfrm>
            <a:off x="6928439" y="4166788"/>
            <a:ext cx="2277093" cy="530221"/>
          </a:xfrm>
          <a:prstGeom prst="rect">
            <a:avLst/>
          </a:prstGeom>
          <a:noFill/>
        </p:spPr>
        <p:txBody>
          <a:bodyPr wrap="square" lIns="0" tIns="0" rIns="0" bIns="0" rtlCol="0" anchor="b">
            <a:normAutofit/>
          </a:bodyPr>
          <a:p>
            <a:pPr algn="ctr">
              <a:spcBef>
                <a:spcPct val="0"/>
              </a:spcBef>
              <a:spcAft>
                <a:spcPct val="0"/>
              </a:spcAft>
            </a:pPr>
            <a:r>
              <a:rPr lang="zh-CN" altLang="en-US" sz="2000" b="1">
                <a:solidFill>
                  <a:schemeClr val="accent4"/>
                </a:solidFill>
                <a:latin typeface="+mn-ea"/>
                <a:cs typeface="+mn-ea"/>
              </a:rPr>
              <a:t>动态多样性控制</a:t>
            </a:r>
            <a:endParaRPr lang="zh-CN" altLang="en-US" sz="2000" b="1">
              <a:solidFill>
                <a:schemeClr val="accent4"/>
              </a:solidFill>
              <a:latin typeface="+mn-ea"/>
              <a:cs typeface="+mn-ea"/>
            </a:endParaRPr>
          </a:p>
        </p:txBody>
      </p:sp>
    </p:spTree>
    <p:custDataLst>
      <p:tags r:id="rId3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多目标排序优化框架</a:t>
            </a:r>
            <a:endParaRPr lang="zh-CN" altLang="en-US"/>
          </a:p>
        </p:txBody>
      </p:sp>
      <p:cxnSp>
        <p:nvCxnSpPr>
          <p:cNvPr id="8" name="直接连接符 8"/>
          <p:cNvCxnSpPr/>
          <p:nvPr>
            <p:custDataLst>
              <p:tags r:id="rId2"/>
            </p:custDataLst>
          </p:nvPr>
        </p:nvCxnSpPr>
        <p:spPr>
          <a:xfrm>
            <a:off x="1567690" y="2825353"/>
            <a:ext cx="3245022" cy="0"/>
          </a:xfrm>
          <a:prstGeom prst="line">
            <a:avLst/>
          </a:prstGeom>
          <a:ln w="6350">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12" name="直接连接符 9"/>
          <p:cNvCxnSpPr/>
          <p:nvPr>
            <p:custDataLst>
              <p:tags r:id="rId3"/>
            </p:custDataLst>
          </p:nvPr>
        </p:nvCxnSpPr>
        <p:spPr>
          <a:xfrm>
            <a:off x="1567690" y="4502745"/>
            <a:ext cx="3168005" cy="0"/>
          </a:xfrm>
          <a:prstGeom prst="line">
            <a:avLst/>
          </a:prstGeom>
          <a:ln w="6350">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13" name="直接连接符 10"/>
          <p:cNvCxnSpPr/>
          <p:nvPr>
            <p:custDataLst>
              <p:tags r:id="rId4"/>
            </p:custDataLst>
          </p:nvPr>
        </p:nvCxnSpPr>
        <p:spPr>
          <a:xfrm>
            <a:off x="7448804" y="2022205"/>
            <a:ext cx="3187888" cy="0"/>
          </a:xfrm>
          <a:prstGeom prst="line">
            <a:avLst/>
          </a:prstGeom>
          <a:ln w="6350">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15" name="直接连接符 13"/>
          <p:cNvCxnSpPr/>
          <p:nvPr>
            <p:custDataLst>
              <p:tags r:id="rId5"/>
            </p:custDataLst>
          </p:nvPr>
        </p:nvCxnSpPr>
        <p:spPr>
          <a:xfrm>
            <a:off x="7453624" y="3550174"/>
            <a:ext cx="3183068" cy="0"/>
          </a:xfrm>
          <a:prstGeom prst="line">
            <a:avLst/>
          </a:prstGeom>
          <a:ln w="6350">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6"/>
            </p:custDataLst>
          </p:nvPr>
        </p:nvCxnSpPr>
        <p:spPr>
          <a:xfrm>
            <a:off x="7528335" y="5176352"/>
            <a:ext cx="3108389" cy="0"/>
          </a:xfrm>
          <a:prstGeom prst="line">
            <a:avLst/>
          </a:prstGeom>
          <a:ln w="6350">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pic>
        <p:nvPicPr>
          <p:cNvPr id="18" name="图片 21" descr="/data/temp/e49e139c-322a-11f0-892e-7232a900d806.jpg@base@tag=imgScale&amp;m=1&amp;w=396&amp;h=358&amp;q=95e49e139c-322a-11f0-892e-7232a900d806"/>
          <p:cNvPicPr/>
          <p:nvPr>
            <p:custDataLst>
              <p:tags r:id="rId7"/>
            </p:custDataLst>
          </p:nvPr>
        </p:nvPicPr>
        <p:blipFill rotWithShape="1">
          <a:blip r:embed="rId8"/>
          <a:srcRect l="13170" r="13170"/>
          <a:stretch>
            <a:fillRect/>
          </a:stretch>
        </p:blipFill>
        <p:spPr>
          <a:xfrm>
            <a:off x="6116049" y="1642020"/>
            <a:ext cx="1352662" cy="1224228"/>
          </a:xfrm>
          <a:custGeom>
            <a:avLst/>
            <a:gdLst>
              <a:gd name="connsiteX0" fmla="*/ 462793 w 1425600"/>
              <a:gd name="connsiteY0" fmla="*/ 0 h 1290241"/>
              <a:gd name="connsiteX1" fmla="*/ 962791 w 1425600"/>
              <a:gd name="connsiteY1" fmla="*/ 0 h 1290241"/>
              <a:gd name="connsiteX2" fmla="*/ 1146479 w 1425600"/>
              <a:gd name="connsiteY2" fmla="*/ 106041 h 1290241"/>
              <a:gd name="connsiteX3" fmla="*/ 1396481 w 1425600"/>
              <a:gd name="connsiteY3" fmla="*/ 539051 h 1290241"/>
              <a:gd name="connsiteX4" fmla="*/ 1396498 w 1425600"/>
              <a:gd name="connsiteY4" fmla="*/ 751162 h 1290241"/>
              <a:gd name="connsiteX5" fmla="*/ 1146496 w 1425600"/>
              <a:gd name="connsiteY5" fmla="*/ 1184171 h 1290241"/>
              <a:gd name="connsiteX6" fmla="*/ 962809 w 1425600"/>
              <a:gd name="connsiteY6" fmla="*/ 1290241 h 1290241"/>
              <a:gd name="connsiteX7" fmla="*/ 462811 w 1425600"/>
              <a:gd name="connsiteY7" fmla="*/ 1290241 h 1290241"/>
              <a:gd name="connsiteX8" fmla="*/ 279123 w 1425600"/>
              <a:gd name="connsiteY8" fmla="*/ 1184201 h 1290241"/>
              <a:gd name="connsiteX9" fmla="*/ 29120 w 1425600"/>
              <a:gd name="connsiteY9" fmla="*/ 751191 h 1290241"/>
              <a:gd name="connsiteX10" fmla="*/ 29104 w 1425600"/>
              <a:gd name="connsiteY10" fmla="*/ 539080 h 1290241"/>
              <a:gd name="connsiteX11" fmla="*/ 279106 w 1425600"/>
              <a:gd name="connsiteY11" fmla="*/ 106070 h 1290241"/>
              <a:gd name="connsiteX12" fmla="*/ 462793 w 1425600"/>
              <a:gd name="connsiteY12" fmla="*/ 0 h 129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5600" h="1290241">
                <a:moveTo>
                  <a:pt x="462793" y="0"/>
                </a:moveTo>
                <a:cubicBezTo>
                  <a:pt x="540422" y="1"/>
                  <a:pt x="885162" y="1"/>
                  <a:pt x="962791" y="0"/>
                </a:cubicBezTo>
                <a:cubicBezTo>
                  <a:pt x="1040421" y="1"/>
                  <a:pt x="1107663" y="38813"/>
                  <a:pt x="1146479" y="106041"/>
                </a:cubicBezTo>
                <a:cubicBezTo>
                  <a:pt x="1185294" y="173270"/>
                  <a:pt x="1357666" y="471822"/>
                  <a:pt x="1396481" y="539051"/>
                </a:cubicBezTo>
                <a:cubicBezTo>
                  <a:pt x="1435296" y="606280"/>
                  <a:pt x="1435313" y="683934"/>
                  <a:pt x="1396498" y="751162"/>
                </a:cubicBezTo>
                <a:cubicBezTo>
                  <a:pt x="1357683" y="818391"/>
                  <a:pt x="1185310" y="1116943"/>
                  <a:pt x="1146496" y="1184171"/>
                </a:cubicBezTo>
                <a:cubicBezTo>
                  <a:pt x="1107681" y="1251401"/>
                  <a:pt x="1040438" y="1290242"/>
                  <a:pt x="962809" y="1290241"/>
                </a:cubicBezTo>
                <a:cubicBezTo>
                  <a:pt x="885180" y="1290242"/>
                  <a:pt x="540440" y="1290242"/>
                  <a:pt x="462811" y="1290241"/>
                </a:cubicBezTo>
                <a:cubicBezTo>
                  <a:pt x="385181" y="1290242"/>
                  <a:pt x="317938" y="1251430"/>
                  <a:pt x="279123" y="1184201"/>
                </a:cubicBezTo>
                <a:cubicBezTo>
                  <a:pt x="240308" y="1116972"/>
                  <a:pt x="67936" y="818420"/>
                  <a:pt x="29120" y="751191"/>
                </a:cubicBezTo>
                <a:cubicBezTo>
                  <a:pt x="-9695" y="683963"/>
                  <a:pt x="-9711" y="606309"/>
                  <a:pt x="29104" y="539080"/>
                </a:cubicBezTo>
                <a:cubicBezTo>
                  <a:pt x="67919" y="471851"/>
                  <a:pt x="240291" y="173300"/>
                  <a:pt x="279106" y="106070"/>
                </a:cubicBezTo>
                <a:cubicBezTo>
                  <a:pt x="317921" y="38843"/>
                  <a:pt x="385163" y="1"/>
                  <a:pt x="462793" y="0"/>
                </a:cubicBezTo>
                <a:close/>
              </a:path>
            </a:pathLst>
          </a:custGeom>
          <a:solidFill>
            <a:schemeClr val="accent1"/>
          </a:solidFill>
          <a:ln w="76200">
            <a:solidFill>
              <a:schemeClr val="accent1">
                <a:alpha val="65000"/>
              </a:schemeClr>
            </a:solidFill>
          </a:ln>
        </p:spPr>
      </p:pic>
      <p:pic>
        <p:nvPicPr>
          <p:cNvPr id="19" name="图片 22" descr="/data/temp/e49e140a-322a-11f0-892e-7232a900d806.jpg@base@tag=imgScale&amp;m=1&amp;w=396&amp;h=358&amp;q=95e49e140a-322a-11f0-892e-7232a900d806"/>
          <p:cNvPicPr/>
          <p:nvPr>
            <p:custDataLst>
              <p:tags r:id="rId9"/>
            </p:custDataLst>
          </p:nvPr>
        </p:nvPicPr>
        <p:blipFill rotWithShape="1">
          <a:blip r:embed="rId10"/>
          <a:srcRect t="2472" b="2472"/>
          <a:stretch>
            <a:fillRect/>
          </a:stretch>
        </p:blipFill>
        <p:spPr>
          <a:xfrm>
            <a:off x="4806792" y="2398172"/>
            <a:ext cx="1352662" cy="1224228"/>
          </a:xfrm>
          <a:custGeom>
            <a:avLst/>
            <a:gdLst>
              <a:gd name="connsiteX0" fmla="*/ 462793 w 1425600"/>
              <a:gd name="connsiteY0" fmla="*/ 0 h 1290241"/>
              <a:gd name="connsiteX1" fmla="*/ 962791 w 1425600"/>
              <a:gd name="connsiteY1" fmla="*/ 0 h 1290241"/>
              <a:gd name="connsiteX2" fmla="*/ 1146479 w 1425600"/>
              <a:gd name="connsiteY2" fmla="*/ 106041 h 1290241"/>
              <a:gd name="connsiteX3" fmla="*/ 1396481 w 1425600"/>
              <a:gd name="connsiteY3" fmla="*/ 539051 h 1290241"/>
              <a:gd name="connsiteX4" fmla="*/ 1396498 w 1425600"/>
              <a:gd name="connsiteY4" fmla="*/ 751162 h 1290241"/>
              <a:gd name="connsiteX5" fmla="*/ 1146496 w 1425600"/>
              <a:gd name="connsiteY5" fmla="*/ 1184171 h 1290241"/>
              <a:gd name="connsiteX6" fmla="*/ 962809 w 1425600"/>
              <a:gd name="connsiteY6" fmla="*/ 1290241 h 1290241"/>
              <a:gd name="connsiteX7" fmla="*/ 462811 w 1425600"/>
              <a:gd name="connsiteY7" fmla="*/ 1290241 h 1290241"/>
              <a:gd name="connsiteX8" fmla="*/ 279123 w 1425600"/>
              <a:gd name="connsiteY8" fmla="*/ 1184201 h 1290241"/>
              <a:gd name="connsiteX9" fmla="*/ 29120 w 1425600"/>
              <a:gd name="connsiteY9" fmla="*/ 751191 h 1290241"/>
              <a:gd name="connsiteX10" fmla="*/ 29104 w 1425600"/>
              <a:gd name="connsiteY10" fmla="*/ 539081 h 1290241"/>
              <a:gd name="connsiteX11" fmla="*/ 279106 w 1425600"/>
              <a:gd name="connsiteY11" fmla="*/ 106070 h 1290241"/>
              <a:gd name="connsiteX12" fmla="*/ 462793 w 1425600"/>
              <a:gd name="connsiteY12" fmla="*/ 0 h 129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5600" h="1290241">
                <a:moveTo>
                  <a:pt x="462793" y="0"/>
                </a:moveTo>
                <a:cubicBezTo>
                  <a:pt x="540422" y="1"/>
                  <a:pt x="885162" y="1"/>
                  <a:pt x="962791" y="0"/>
                </a:cubicBezTo>
                <a:cubicBezTo>
                  <a:pt x="1040421" y="1"/>
                  <a:pt x="1107663" y="38813"/>
                  <a:pt x="1146479" y="106041"/>
                </a:cubicBezTo>
                <a:cubicBezTo>
                  <a:pt x="1185294" y="173271"/>
                  <a:pt x="1357666" y="471822"/>
                  <a:pt x="1396481" y="539051"/>
                </a:cubicBezTo>
                <a:cubicBezTo>
                  <a:pt x="1435296" y="606280"/>
                  <a:pt x="1435313" y="683934"/>
                  <a:pt x="1396498" y="751162"/>
                </a:cubicBezTo>
                <a:cubicBezTo>
                  <a:pt x="1357683" y="818391"/>
                  <a:pt x="1185310" y="1116943"/>
                  <a:pt x="1146496" y="1184171"/>
                </a:cubicBezTo>
                <a:cubicBezTo>
                  <a:pt x="1107681" y="1251401"/>
                  <a:pt x="1040438" y="1290242"/>
                  <a:pt x="962809" y="1290241"/>
                </a:cubicBezTo>
                <a:cubicBezTo>
                  <a:pt x="885180" y="1290242"/>
                  <a:pt x="540440" y="1290242"/>
                  <a:pt x="462811" y="1290241"/>
                </a:cubicBezTo>
                <a:cubicBezTo>
                  <a:pt x="385181" y="1290242"/>
                  <a:pt x="317938" y="1251430"/>
                  <a:pt x="279123" y="1184201"/>
                </a:cubicBezTo>
                <a:cubicBezTo>
                  <a:pt x="240308" y="1116972"/>
                  <a:pt x="67936" y="818420"/>
                  <a:pt x="29120" y="751191"/>
                </a:cubicBezTo>
                <a:cubicBezTo>
                  <a:pt x="-9695" y="683963"/>
                  <a:pt x="-9711" y="606309"/>
                  <a:pt x="29104" y="539081"/>
                </a:cubicBezTo>
                <a:cubicBezTo>
                  <a:pt x="67919" y="471851"/>
                  <a:pt x="240291" y="173300"/>
                  <a:pt x="279106" y="106070"/>
                </a:cubicBezTo>
                <a:cubicBezTo>
                  <a:pt x="317921" y="38843"/>
                  <a:pt x="385163" y="1"/>
                  <a:pt x="462793" y="0"/>
                </a:cubicBezTo>
                <a:close/>
              </a:path>
            </a:pathLst>
          </a:custGeom>
          <a:solidFill>
            <a:schemeClr val="accent1"/>
          </a:solidFill>
          <a:ln w="76200">
            <a:solidFill>
              <a:schemeClr val="accent1">
                <a:alpha val="65000"/>
              </a:schemeClr>
            </a:solidFill>
          </a:ln>
        </p:spPr>
      </p:pic>
      <p:pic>
        <p:nvPicPr>
          <p:cNvPr id="25" name="图片 23" descr="/data/temp/e49e13a3-322a-11f0-892e-7232a900d806.jpg@base@tag=imgScale&amp;m=1&amp;w=396&amp;h=358&amp;q=95e49e13a3-322a-11f0-892e-7232a900d806"/>
          <p:cNvPicPr/>
          <p:nvPr>
            <p:custDataLst>
              <p:tags r:id="rId11"/>
            </p:custDataLst>
          </p:nvPr>
        </p:nvPicPr>
        <p:blipFill rotWithShape="1">
          <a:blip r:embed="rId12"/>
          <a:srcRect l="14619" r="14619"/>
          <a:stretch>
            <a:fillRect/>
          </a:stretch>
        </p:blipFill>
        <p:spPr>
          <a:xfrm>
            <a:off x="6116049" y="3154324"/>
            <a:ext cx="1352662" cy="1224228"/>
          </a:xfrm>
          <a:custGeom>
            <a:avLst/>
            <a:gdLst>
              <a:gd name="connsiteX0" fmla="*/ 462793 w 1425600"/>
              <a:gd name="connsiteY0" fmla="*/ 0 h 1290241"/>
              <a:gd name="connsiteX1" fmla="*/ 962791 w 1425600"/>
              <a:gd name="connsiteY1" fmla="*/ 0 h 1290241"/>
              <a:gd name="connsiteX2" fmla="*/ 1146479 w 1425600"/>
              <a:gd name="connsiteY2" fmla="*/ 106041 h 1290241"/>
              <a:gd name="connsiteX3" fmla="*/ 1396481 w 1425600"/>
              <a:gd name="connsiteY3" fmla="*/ 539051 h 1290241"/>
              <a:gd name="connsiteX4" fmla="*/ 1396498 w 1425600"/>
              <a:gd name="connsiteY4" fmla="*/ 751162 h 1290241"/>
              <a:gd name="connsiteX5" fmla="*/ 1146496 w 1425600"/>
              <a:gd name="connsiteY5" fmla="*/ 1184171 h 1290241"/>
              <a:gd name="connsiteX6" fmla="*/ 962809 w 1425600"/>
              <a:gd name="connsiteY6" fmla="*/ 1290241 h 1290241"/>
              <a:gd name="connsiteX7" fmla="*/ 462811 w 1425600"/>
              <a:gd name="connsiteY7" fmla="*/ 1290241 h 1290241"/>
              <a:gd name="connsiteX8" fmla="*/ 279123 w 1425600"/>
              <a:gd name="connsiteY8" fmla="*/ 1184201 h 1290241"/>
              <a:gd name="connsiteX9" fmla="*/ 29120 w 1425600"/>
              <a:gd name="connsiteY9" fmla="*/ 751191 h 1290241"/>
              <a:gd name="connsiteX10" fmla="*/ 29104 w 1425600"/>
              <a:gd name="connsiteY10" fmla="*/ 539081 h 1290241"/>
              <a:gd name="connsiteX11" fmla="*/ 279106 w 1425600"/>
              <a:gd name="connsiteY11" fmla="*/ 106070 h 1290241"/>
              <a:gd name="connsiteX12" fmla="*/ 462793 w 1425600"/>
              <a:gd name="connsiteY12" fmla="*/ 0 h 129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5600" h="1290241">
                <a:moveTo>
                  <a:pt x="462793" y="0"/>
                </a:moveTo>
                <a:cubicBezTo>
                  <a:pt x="540422" y="1"/>
                  <a:pt x="885162" y="1"/>
                  <a:pt x="962791" y="0"/>
                </a:cubicBezTo>
                <a:cubicBezTo>
                  <a:pt x="1040421" y="1"/>
                  <a:pt x="1107663" y="38813"/>
                  <a:pt x="1146479" y="106041"/>
                </a:cubicBezTo>
                <a:cubicBezTo>
                  <a:pt x="1185294" y="173271"/>
                  <a:pt x="1357666" y="471822"/>
                  <a:pt x="1396481" y="539051"/>
                </a:cubicBezTo>
                <a:cubicBezTo>
                  <a:pt x="1435296" y="606280"/>
                  <a:pt x="1435313" y="683934"/>
                  <a:pt x="1396498" y="751162"/>
                </a:cubicBezTo>
                <a:cubicBezTo>
                  <a:pt x="1357683" y="818391"/>
                  <a:pt x="1185310" y="1116943"/>
                  <a:pt x="1146496" y="1184171"/>
                </a:cubicBezTo>
                <a:cubicBezTo>
                  <a:pt x="1107681" y="1251401"/>
                  <a:pt x="1040438" y="1290242"/>
                  <a:pt x="962809" y="1290241"/>
                </a:cubicBezTo>
                <a:cubicBezTo>
                  <a:pt x="885180" y="1290242"/>
                  <a:pt x="540440" y="1290242"/>
                  <a:pt x="462811" y="1290241"/>
                </a:cubicBezTo>
                <a:cubicBezTo>
                  <a:pt x="385181" y="1290242"/>
                  <a:pt x="317938" y="1251430"/>
                  <a:pt x="279123" y="1184201"/>
                </a:cubicBezTo>
                <a:cubicBezTo>
                  <a:pt x="240308" y="1116972"/>
                  <a:pt x="67936" y="818420"/>
                  <a:pt x="29120" y="751191"/>
                </a:cubicBezTo>
                <a:cubicBezTo>
                  <a:pt x="-9695" y="683963"/>
                  <a:pt x="-9711" y="606309"/>
                  <a:pt x="29104" y="539081"/>
                </a:cubicBezTo>
                <a:cubicBezTo>
                  <a:pt x="67919" y="471851"/>
                  <a:pt x="240291" y="173300"/>
                  <a:pt x="279106" y="106070"/>
                </a:cubicBezTo>
                <a:cubicBezTo>
                  <a:pt x="317921" y="38843"/>
                  <a:pt x="385163" y="1"/>
                  <a:pt x="462793" y="0"/>
                </a:cubicBezTo>
                <a:close/>
              </a:path>
            </a:pathLst>
          </a:custGeom>
          <a:solidFill>
            <a:schemeClr val="accent1"/>
          </a:solidFill>
          <a:ln w="76200">
            <a:solidFill>
              <a:schemeClr val="accent1">
                <a:alpha val="65000"/>
              </a:schemeClr>
            </a:solidFill>
          </a:ln>
        </p:spPr>
      </p:pic>
      <p:pic>
        <p:nvPicPr>
          <p:cNvPr id="33" name="图片 32" descr="/data/temp/e49e1530-322a-11f0-892e-7232a900d806.jpg@base@tag=imgScale&amp;m=1&amp;w=396&amp;h=358&amp;q=95e49e1530-322a-11f0-892e-7232a900d806"/>
          <p:cNvPicPr>
            <a:picLocks noChangeAspect="1"/>
          </p:cNvPicPr>
          <p:nvPr>
            <p:custDataLst>
              <p:tags r:id="rId13"/>
            </p:custDataLst>
          </p:nvPr>
        </p:nvPicPr>
        <p:blipFill rotWithShape="1">
          <a:blip r:embed="rId14"/>
          <a:srcRect l="18501" b="279"/>
          <a:stretch>
            <a:fillRect/>
          </a:stretch>
        </p:blipFill>
        <p:spPr>
          <a:xfrm>
            <a:off x="4807394" y="3909873"/>
            <a:ext cx="1352662" cy="1224228"/>
          </a:xfrm>
          <a:custGeom>
            <a:avLst/>
            <a:gdLst>
              <a:gd name="connsiteX0" fmla="*/ 462793 w 1425600"/>
              <a:gd name="connsiteY0" fmla="*/ 0 h 1290241"/>
              <a:gd name="connsiteX1" fmla="*/ 962791 w 1425600"/>
              <a:gd name="connsiteY1" fmla="*/ 0 h 1290241"/>
              <a:gd name="connsiteX2" fmla="*/ 1146479 w 1425600"/>
              <a:gd name="connsiteY2" fmla="*/ 106041 h 1290241"/>
              <a:gd name="connsiteX3" fmla="*/ 1396481 w 1425600"/>
              <a:gd name="connsiteY3" fmla="*/ 539051 h 1290241"/>
              <a:gd name="connsiteX4" fmla="*/ 1396498 w 1425600"/>
              <a:gd name="connsiteY4" fmla="*/ 751162 h 1290241"/>
              <a:gd name="connsiteX5" fmla="*/ 1146496 w 1425600"/>
              <a:gd name="connsiteY5" fmla="*/ 1184171 h 1290241"/>
              <a:gd name="connsiteX6" fmla="*/ 962809 w 1425600"/>
              <a:gd name="connsiteY6" fmla="*/ 1290241 h 1290241"/>
              <a:gd name="connsiteX7" fmla="*/ 462811 w 1425600"/>
              <a:gd name="connsiteY7" fmla="*/ 1290241 h 1290241"/>
              <a:gd name="connsiteX8" fmla="*/ 279123 w 1425600"/>
              <a:gd name="connsiteY8" fmla="*/ 1184201 h 1290241"/>
              <a:gd name="connsiteX9" fmla="*/ 29120 w 1425600"/>
              <a:gd name="connsiteY9" fmla="*/ 751191 h 1290241"/>
              <a:gd name="connsiteX10" fmla="*/ 29104 w 1425600"/>
              <a:gd name="connsiteY10" fmla="*/ 539081 h 1290241"/>
              <a:gd name="connsiteX11" fmla="*/ 279106 w 1425600"/>
              <a:gd name="connsiteY11" fmla="*/ 106070 h 1290241"/>
              <a:gd name="connsiteX12" fmla="*/ 462793 w 1425600"/>
              <a:gd name="connsiteY12" fmla="*/ 0 h 129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5600" h="1290241">
                <a:moveTo>
                  <a:pt x="462793" y="0"/>
                </a:moveTo>
                <a:cubicBezTo>
                  <a:pt x="540422" y="1"/>
                  <a:pt x="885162" y="1"/>
                  <a:pt x="962791" y="0"/>
                </a:cubicBezTo>
                <a:cubicBezTo>
                  <a:pt x="1040421" y="1"/>
                  <a:pt x="1107663" y="38813"/>
                  <a:pt x="1146479" y="106041"/>
                </a:cubicBezTo>
                <a:cubicBezTo>
                  <a:pt x="1185294" y="173271"/>
                  <a:pt x="1357666" y="471822"/>
                  <a:pt x="1396481" y="539051"/>
                </a:cubicBezTo>
                <a:cubicBezTo>
                  <a:pt x="1435296" y="606280"/>
                  <a:pt x="1435313" y="683934"/>
                  <a:pt x="1396498" y="751162"/>
                </a:cubicBezTo>
                <a:cubicBezTo>
                  <a:pt x="1357683" y="818391"/>
                  <a:pt x="1185310" y="1116943"/>
                  <a:pt x="1146496" y="1184171"/>
                </a:cubicBezTo>
                <a:cubicBezTo>
                  <a:pt x="1107681" y="1251401"/>
                  <a:pt x="1040438" y="1290242"/>
                  <a:pt x="962809" y="1290241"/>
                </a:cubicBezTo>
                <a:cubicBezTo>
                  <a:pt x="885180" y="1290242"/>
                  <a:pt x="540440" y="1290242"/>
                  <a:pt x="462811" y="1290241"/>
                </a:cubicBezTo>
                <a:cubicBezTo>
                  <a:pt x="385181" y="1290242"/>
                  <a:pt x="317938" y="1251430"/>
                  <a:pt x="279123" y="1184201"/>
                </a:cubicBezTo>
                <a:cubicBezTo>
                  <a:pt x="240308" y="1116972"/>
                  <a:pt x="67936" y="818421"/>
                  <a:pt x="29120" y="751191"/>
                </a:cubicBezTo>
                <a:cubicBezTo>
                  <a:pt x="-9695" y="683963"/>
                  <a:pt x="-9711" y="606309"/>
                  <a:pt x="29104" y="539081"/>
                </a:cubicBezTo>
                <a:cubicBezTo>
                  <a:pt x="67919" y="471851"/>
                  <a:pt x="240291" y="173300"/>
                  <a:pt x="279106" y="106070"/>
                </a:cubicBezTo>
                <a:cubicBezTo>
                  <a:pt x="317921" y="38843"/>
                  <a:pt x="385163" y="1"/>
                  <a:pt x="462793" y="0"/>
                </a:cubicBezTo>
                <a:close/>
              </a:path>
            </a:pathLst>
          </a:custGeom>
          <a:solidFill>
            <a:schemeClr val="accent1"/>
          </a:solidFill>
          <a:ln w="76200">
            <a:solidFill>
              <a:schemeClr val="accent1">
                <a:alpha val="65000"/>
              </a:schemeClr>
            </a:solidFill>
          </a:ln>
        </p:spPr>
      </p:pic>
      <p:pic>
        <p:nvPicPr>
          <p:cNvPr id="34" name="图片 33" descr="/data/temp/e49e17c7-322a-11f0-892e-7232a900d806.jpg@base@tag=imgScale&amp;m=1&amp;w=396&amp;h=358&amp;q=95e49e17c7-322a-11f0-892e-7232a900d806"/>
          <p:cNvPicPr>
            <a:picLocks noChangeAspect="1"/>
          </p:cNvPicPr>
          <p:nvPr>
            <p:custDataLst>
              <p:tags r:id="rId15"/>
            </p:custDataLst>
          </p:nvPr>
        </p:nvPicPr>
        <p:blipFill rotWithShape="1">
          <a:blip r:embed="rId16"/>
          <a:srcRect t="4747" b="4747"/>
          <a:stretch>
            <a:fillRect/>
          </a:stretch>
        </p:blipFill>
        <p:spPr>
          <a:xfrm>
            <a:off x="6115446" y="4664820"/>
            <a:ext cx="1352662" cy="1224228"/>
          </a:xfrm>
          <a:custGeom>
            <a:avLst/>
            <a:gdLst>
              <a:gd name="connsiteX0" fmla="*/ 462793 w 1425600"/>
              <a:gd name="connsiteY0" fmla="*/ 0 h 1290241"/>
              <a:gd name="connsiteX1" fmla="*/ 962791 w 1425600"/>
              <a:gd name="connsiteY1" fmla="*/ 0 h 1290241"/>
              <a:gd name="connsiteX2" fmla="*/ 1146479 w 1425600"/>
              <a:gd name="connsiteY2" fmla="*/ 106041 h 1290241"/>
              <a:gd name="connsiteX3" fmla="*/ 1396481 w 1425600"/>
              <a:gd name="connsiteY3" fmla="*/ 539051 h 1290241"/>
              <a:gd name="connsiteX4" fmla="*/ 1396498 w 1425600"/>
              <a:gd name="connsiteY4" fmla="*/ 751162 h 1290241"/>
              <a:gd name="connsiteX5" fmla="*/ 1146496 w 1425600"/>
              <a:gd name="connsiteY5" fmla="*/ 1184171 h 1290241"/>
              <a:gd name="connsiteX6" fmla="*/ 962809 w 1425600"/>
              <a:gd name="connsiteY6" fmla="*/ 1290241 h 1290241"/>
              <a:gd name="connsiteX7" fmla="*/ 462811 w 1425600"/>
              <a:gd name="connsiteY7" fmla="*/ 1290241 h 1290241"/>
              <a:gd name="connsiteX8" fmla="*/ 279123 w 1425600"/>
              <a:gd name="connsiteY8" fmla="*/ 1184201 h 1290241"/>
              <a:gd name="connsiteX9" fmla="*/ 29120 w 1425600"/>
              <a:gd name="connsiteY9" fmla="*/ 751191 h 1290241"/>
              <a:gd name="connsiteX10" fmla="*/ 29104 w 1425600"/>
              <a:gd name="connsiteY10" fmla="*/ 539081 h 1290241"/>
              <a:gd name="connsiteX11" fmla="*/ 279106 w 1425600"/>
              <a:gd name="connsiteY11" fmla="*/ 106071 h 1290241"/>
              <a:gd name="connsiteX12" fmla="*/ 462793 w 1425600"/>
              <a:gd name="connsiteY12" fmla="*/ 0 h 1290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5600" h="1290241">
                <a:moveTo>
                  <a:pt x="462793" y="0"/>
                </a:moveTo>
                <a:cubicBezTo>
                  <a:pt x="540422" y="1"/>
                  <a:pt x="885162" y="1"/>
                  <a:pt x="962791" y="0"/>
                </a:cubicBezTo>
                <a:cubicBezTo>
                  <a:pt x="1040421" y="1"/>
                  <a:pt x="1107663" y="38813"/>
                  <a:pt x="1146479" y="106041"/>
                </a:cubicBezTo>
                <a:cubicBezTo>
                  <a:pt x="1185294" y="173271"/>
                  <a:pt x="1357666" y="471822"/>
                  <a:pt x="1396481" y="539051"/>
                </a:cubicBezTo>
                <a:cubicBezTo>
                  <a:pt x="1435296" y="606280"/>
                  <a:pt x="1435313" y="683934"/>
                  <a:pt x="1396498" y="751162"/>
                </a:cubicBezTo>
                <a:cubicBezTo>
                  <a:pt x="1357683" y="818391"/>
                  <a:pt x="1185310" y="1116943"/>
                  <a:pt x="1146496" y="1184171"/>
                </a:cubicBezTo>
                <a:cubicBezTo>
                  <a:pt x="1107681" y="1251401"/>
                  <a:pt x="1040438" y="1290242"/>
                  <a:pt x="962809" y="1290241"/>
                </a:cubicBezTo>
                <a:cubicBezTo>
                  <a:pt x="885180" y="1290242"/>
                  <a:pt x="540440" y="1290242"/>
                  <a:pt x="462811" y="1290241"/>
                </a:cubicBezTo>
                <a:cubicBezTo>
                  <a:pt x="385181" y="1290242"/>
                  <a:pt x="317938" y="1251430"/>
                  <a:pt x="279123" y="1184201"/>
                </a:cubicBezTo>
                <a:cubicBezTo>
                  <a:pt x="240308" y="1116972"/>
                  <a:pt x="67936" y="818421"/>
                  <a:pt x="29120" y="751191"/>
                </a:cubicBezTo>
                <a:cubicBezTo>
                  <a:pt x="-9695" y="683963"/>
                  <a:pt x="-9711" y="606309"/>
                  <a:pt x="29104" y="539081"/>
                </a:cubicBezTo>
                <a:cubicBezTo>
                  <a:pt x="67919" y="471851"/>
                  <a:pt x="240291" y="173300"/>
                  <a:pt x="279106" y="106071"/>
                </a:cubicBezTo>
                <a:cubicBezTo>
                  <a:pt x="317921" y="38843"/>
                  <a:pt x="385163" y="1"/>
                  <a:pt x="462793" y="0"/>
                </a:cubicBezTo>
                <a:close/>
              </a:path>
            </a:pathLst>
          </a:custGeom>
          <a:solidFill>
            <a:schemeClr val="accent1"/>
          </a:solidFill>
          <a:ln w="76200">
            <a:solidFill>
              <a:schemeClr val="accent1">
                <a:alpha val="65000"/>
              </a:schemeClr>
            </a:solidFill>
          </a:ln>
        </p:spPr>
      </p:pic>
      <p:sp>
        <p:nvSpPr>
          <p:cNvPr id="26" name="矩形 19"/>
          <p:cNvSpPr/>
          <p:nvPr>
            <p:custDataLst>
              <p:tags r:id="rId17"/>
            </p:custDataLst>
          </p:nvPr>
        </p:nvSpPr>
        <p:spPr>
          <a:xfrm>
            <a:off x="1575523" y="2402992"/>
            <a:ext cx="2551612" cy="409708"/>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spcBef>
                <a:spcPct val="0"/>
              </a:spcBef>
              <a:spcAft>
                <a:spcPct val="0"/>
              </a:spcAft>
            </a:pPr>
            <a:r>
              <a:rPr lang="zh-CN" altLang="en-US" sz="1600" b="1" dirty="0">
                <a:solidFill>
                  <a:schemeClr val="accent1"/>
                </a:solidFill>
                <a:latin typeface="+mn-ea"/>
                <a:cs typeface="+mn-ea"/>
                <a:sym typeface="+mn-ea"/>
              </a:rPr>
              <a:t>多场景专用损失函数设计</a:t>
            </a:r>
            <a:endParaRPr lang="zh-CN" altLang="en-US" sz="1600" b="1" dirty="0">
              <a:solidFill>
                <a:schemeClr val="accent1"/>
              </a:solidFill>
              <a:latin typeface="+mn-ea"/>
              <a:cs typeface="+mn-ea"/>
              <a:sym typeface="+mn-ea"/>
            </a:endParaRPr>
          </a:p>
        </p:txBody>
      </p:sp>
      <p:sp>
        <p:nvSpPr>
          <p:cNvPr id="27" name="矩形 1"/>
          <p:cNvSpPr/>
          <p:nvPr>
            <p:custDataLst>
              <p:tags r:id="rId18"/>
            </p:custDataLst>
          </p:nvPr>
        </p:nvSpPr>
        <p:spPr>
          <a:xfrm>
            <a:off x="1574920" y="2866926"/>
            <a:ext cx="2551612" cy="1106723"/>
          </a:xfrm>
          <a:prstGeom prst="rect">
            <a:avLst/>
          </a:prstGeom>
          <a:ln>
            <a:noFill/>
            <a:prstDash val="sysDash"/>
          </a:ln>
        </p:spPr>
        <p:txBody>
          <a:bodyPr vert="horz" wrap="square" lIns="0" tIns="0" rIns="0" bIns="0" rtlCol="0" anchor="t" anchorCtr="0">
            <a:noAutofit/>
          </a:bodyPr>
          <a:p>
            <a:pPr indent="-228600">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sym typeface="+mn-ea"/>
              </a:rPr>
              <a:t>BPR-Max聚焦难例样本，BCE-Ranking处理稀疏交互场景
ListMLE优化全序列概率，LambdaRank直接提升NDCG指标</a:t>
            </a:r>
            <a:endParaRPr lang="zh-CN" altLang="en-US" sz="1200" dirty="0">
              <a:ln>
                <a:noFill/>
                <a:prstDash val="sysDot"/>
              </a:ln>
              <a:solidFill>
                <a:schemeClr val="tx1">
                  <a:lumMod val="85000"/>
                  <a:lumOff val="15000"/>
                </a:schemeClr>
              </a:solidFill>
              <a:latin typeface="+mn-ea"/>
              <a:cs typeface="+mn-ea"/>
              <a:sym typeface="+mn-ea"/>
            </a:endParaRPr>
          </a:p>
        </p:txBody>
      </p:sp>
      <p:sp>
        <p:nvSpPr>
          <p:cNvPr id="28" name="矩形 6"/>
          <p:cNvSpPr/>
          <p:nvPr>
            <p:custDataLst>
              <p:tags r:id="rId19"/>
            </p:custDataLst>
          </p:nvPr>
        </p:nvSpPr>
        <p:spPr>
          <a:xfrm>
            <a:off x="1575523" y="4079782"/>
            <a:ext cx="2551612" cy="409708"/>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spcBef>
                <a:spcPct val="0"/>
              </a:spcBef>
              <a:spcAft>
                <a:spcPct val="0"/>
              </a:spcAft>
            </a:pPr>
            <a:r>
              <a:rPr lang="zh-CN" altLang="en-US" sz="1600" b="1">
                <a:solidFill>
                  <a:schemeClr val="accent1"/>
                </a:solidFill>
                <a:latin typeface="+mn-ea"/>
                <a:cs typeface="+mn-ea"/>
                <a:sym typeface="+mn-ea"/>
              </a:rPr>
              <a:t>动态权重调节技术</a:t>
            </a:r>
            <a:endParaRPr lang="zh-CN" altLang="en-US" sz="1600" b="1">
              <a:solidFill>
                <a:schemeClr val="accent1"/>
              </a:solidFill>
              <a:latin typeface="+mn-ea"/>
              <a:cs typeface="+mn-ea"/>
              <a:sym typeface="+mn-ea"/>
            </a:endParaRPr>
          </a:p>
        </p:txBody>
      </p:sp>
      <p:sp>
        <p:nvSpPr>
          <p:cNvPr id="30" name="矩形 2"/>
          <p:cNvSpPr/>
          <p:nvPr>
            <p:custDataLst>
              <p:tags r:id="rId20"/>
            </p:custDataLst>
          </p:nvPr>
        </p:nvSpPr>
        <p:spPr>
          <a:xfrm>
            <a:off x="1574920" y="4536485"/>
            <a:ext cx="2551612" cy="1106723"/>
          </a:xfrm>
          <a:prstGeom prst="rect">
            <a:avLst/>
          </a:prstGeom>
          <a:ln>
            <a:noFill/>
            <a:prstDash val="sysDash"/>
          </a:ln>
        </p:spPr>
        <p:txBody>
          <a:bodyPr vert="horz" wrap="square" lIns="0" tIns="0" rIns="0" bIns="0" rtlCol="0" anchor="t" anchorCtr="0">
            <a:noAutofit/>
          </a:bodyPr>
          <a:p>
            <a:pPr indent="-228600" algn="just">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利用梯度余弦相似度和范数比对实现权重动态调整
采用EMA平滑更新和L2归一化保障权重稳定性</a:t>
            </a:r>
            <a:endParaRPr lang="zh-CN" altLang="en-US" sz="1200" dirty="0">
              <a:ln>
                <a:noFill/>
                <a:prstDash val="sysDot"/>
              </a:ln>
              <a:solidFill>
                <a:schemeClr val="tx1">
                  <a:lumMod val="85000"/>
                  <a:lumOff val="15000"/>
                </a:schemeClr>
              </a:solidFill>
              <a:latin typeface="+mn-ea"/>
              <a:cs typeface="+mn-ea"/>
            </a:endParaRPr>
          </a:p>
        </p:txBody>
      </p:sp>
      <p:sp>
        <p:nvSpPr>
          <p:cNvPr id="31" name="矩形 15"/>
          <p:cNvSpPr/>
          <p:nvPr>
            <p:custDataLst>
              <p:tags r:id="rId21"/>
            </p:custDataLst>
          </p:nvPr>
        </p:nvSpPr>
        <p:spPr>
          <a:xfrm>
            <a:off x="8085056" y="1599242"/>
            <a:ext cx="2551612" cy="409708"/>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lgn="r">
              <a:spcBef>
                <a:spcPct val="0"/>
              </a:spcBef>
              <a:spcAft>
                <a:spcPct val="0"/>
              </a:spcAft>
            </a:pPr>
            <a:r>
              <a:rPr lang="zh-CN" altLang="en-US" sz="1600" b="1">
                <a:solidFill>
                  <a:schemeClr val="accent1"/>
                </a:solidFill>
                <a:latin typeface="+mn-ea"/>
                <a:cs typeface="+mn-ea"/>
                <a:sym typeface="+mn-ea"/>
              </a:rPr>
              <a:t>帕累托前沿多目标平衡方法</a:t>
            </a:r>
            <a:endParaRPr lang="zh-CN" altLang="en-US" sz="1600" b="1">
              <a:solidFill>
                <a:schemeClr val="accent1"/>
              </a:solidFill>
              <a:latin typeface="+mn-ea"/>
              <a:cs typeface="+mn-ea"/>
              <a:sym typeface="+mn-ea"/>
            </a:endParaRPr>
          </a:p>
        </p:txBody>
      </p:sp>
      <p:sp>
        <p:nvSpPr>
          <p:cNvPr id="32" name="矩形 4"/>
          <p:cNvSpPr/>
          <p:nvPr>
            <p:custDataLst>
              <p:tags r:id="rId22"/>
            </p:custDataLst>
          </p:nvPr>
        </p:nvSpPr>
        <p:spPr>
          <a:xfrm>
            <a:off x="8085056" y="2055946"/>
            <a:ext cx="2551612" cy="1106723"/>
          </a:xfrm>
          <a:prstGeom prst="rect">
            <a:avLst/>
          </a:prstGeom>
          <a:ln>
            <a:noFill/>
            <a:prstDash val="sysDash"/>
          </a:ln>
        </p:spPr>
        <p:txBody>
          <a:bodyPr vert="horz" wrap="square" lIns="0" tIns="0" rIns="0" bIns="0" rtlCol="0" anchor="t" anchorCtr="0">
            <a:noAutofit/>
          </a:bodyPr>
          <a:p>
            <a:pPr indent="-228600" algn="r">
              <a:lnSpc>
                <a:spcPct val="14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通过多目标优化识别非支配解，确保目标间无妥协损耗
基于帕累托效率原则平衡排序目标，避免人为权重分配</a:t>
            </a:r>
            <a:endParaRPr lang="zh-CN" altLang="en-US" sz="1200" dirty="0">
              <a:ln>
                <a:noFill/>
                <a:prstDash val="sysDot"/>
              </a:ln>
              <a:solidFill>
                <a:schemeClr val="tx1">
                  <a:lumMod val="85000"/>
                  <a:lumOff val="15000"/>
                </a:schemeClr>
              </a:solidFill>
              <a:latin typeface="+mn-ea"/>
              <a:cs typeface="+mn-ea"/>
            </a:endParaRPr>
          </a:p>
        </p:txBody>
      </p:sp>
      <p:sp>
        <p:nvSpPr>
          <p:cNvPr id="35" name="矩形 28"/>
          <p:cNvSpPr/>
          <p:nvPr>
            <p:custDataLst>
              <p:tags r:id="rId23"/>
            </p:custDataLst>
          </p:nvPr>
        </p:nvSpPr>
        <p:spPr>
          <a:xfrm>
            <a:off x="8085056" y="3132031"/>
            <a:ext cx="2551612" cy="409708"/>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lgn="r">
              <a:spcBef>
                <a:spcPct val="0"/>
              </a:spcBef>
              <a:spcAft>
                <a:spcPct val="0"/>
              </a:spcAft>
            </a:pPr>
            <a:r>
              <a:rPr lang="zh-CN" altLang="en-US" sz="1600" b="1">
                <a:solidFill>
                  <a:schemeClr val="accent1"/>
                </a:solidFill>
                <a:latin typeface="+mn-ea"/>
                <a:cs typeface="+mn-ea"/>
                <a:sym typeface="+mn-ea"/>
              </a:rPr>
              <a:t>基于MGDA的梯度协同机制</a:t>
            </a:r>
            <a:endParaRPr lang="zh-CN" altLang="en-US" sz="1600" b="1">
              <a:solidFill>
                <a:schemeClr val="accent1"/>
              </a:solidFill>
              <a:latin typeface="+mn-ea"/>
              <a:cs typeface="+mn-ea"/>
              <a:sym typeface="+mn-ea"/>
            </a:endParaRPr>
          </a:p>
        </p:txBody>
      </p:sp>
      <p:sp>
        <p:nvSpPr>
          <p:cNvPr id="36" name="矩形 5"/>
          <p:cNvSpPr/>
          <p:nvPr>
            <p:custDataLst>
              <p:tags r:id="rId24"/>
            </p:custDataLst>
          </p:nvPr>
        </p:nvSpPr>
        <p:spPr>
          <a:xfrm>
            <a:off x="8085056" y="3595362"/>
            <a:ext cx="2551612" cy="1106723"/>
          </a:xfrm>
          <a:prstGeom prst="rect">
            <a:avLst/>
          </a:prstGeom>
          <a:ln>
            <a:noFill/>
            <a:prstDash val="sysDash"/>
          </a:ln>
        </p:spPr>
        <p:txBody>
          <a:bodyPr vert="horz" wrap="square" lIns="0" tIns="0" rIns="0" bIns="0" rtlCol="0" anchor="t" anchorCtr="0">
            <a:noAutofit/>
          </a:bodyPr>
          <a:p>
            <a:pPr indent="-228600">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sym typeface="+mn-ea"/>
              </a:rPr>
              <a:t>计算单目标梯度后寻找共同下降方向
通过梯度对齐和凸组合实现帕累托稳态解</a:t>
            </a:r>
            <a:endParaRPr lang="zh-CN" altLang="en-US" sz="1200" dirty="0">
              <a:ln>
                <a:noFill/>
                <a:prstDash val="sysDot"/>
              </a:ln>
              <a:solidFill>
                <a:schemeClr val="tx1">
                  <a:lumMod val="85000"/>
                  <a:lumOff val="15000"/>
                </a:schemeClr>
              </a:solidFill>
              <a:latin typeface="+mn-ea"/>
              <a:cs typeface="+mn-ea"/>
              <a:sym typeface="+mn-ea"/>
            </a:endParaRPr>
          </a:p>
        </p:txBody>
      </p:sp>
      <p:sp>
        <p:nvSpPr>
          <p:cNvPr id="37" name="矩形 11"/>
          <p:cNvSpPr/>
          <p:nvPr>
            <p:custDataLst>
              <p:tags r:id="rId25"/>
            </p:custDataLst>
          </p:nvPr>
        </p:nvSpPr>
        <p:spPr>
          <a:xfrm>
            <a:off x="8085659" y="4753389"/>
            <a:ext cx="2551612" cy="409708"/>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lgn="r">
              <a:spcBef>
                <a:spcPct val="0"/>
              </a:spcBef>
              <a:spcAft>
                <a:spcPct val="0"/>
              </a:spcAft>
            </a:pPr>
            <a:r>
              <a:rPr lang="zh-CN" altLang="en-US" sz="1600" b="1">
                <a:solidFill>
                  <a:schemeClr val="accent1"/>
                </a:solidFill>
                <a:latin typeface="+mn-ea"/>
                <a:cs typeface="+mn-ea"/>
                <a:sym typeface="+mn-ea"/>
              </a:rPr>
              <a:t>冲突类型分治策略</a:t>
            </a:r>
            <a:endParaRPr lang="zh-CN" altLang="en-US" sz="1600" b="1">
              <a:solidFill>
                <a:schemeClr val="accent1"/>
              </a:solidFill>
              <a:latin typeface="+mn-ea"/>
              <a:cs typeface="+mn-ea"/>
              <a:sym typeface="+mn-ea"/>
            </a:endParaRPr>
          </a:p>
        </p:txBody>
      </p:sp>
      <p:sp>
        <p:nvSpPr>
          <p:cNvPr id="38" name="矩形 17"/>
          <p:cNvSpPr/>
          <p:nvPr>
            <p:custDataLst>
              <p:tags r:id="rId26"/>
            </p:custDataLst>
          </p:nvPr>
        </p:nvSpPr>
        <p:spPr>
          <a:xfrm>
            <a:off x="8085056" y="5210093"/>
            <a:ext cx="2551612" cy="1106723"/>
          </a:xfrm>
          <a:prstGeom prst="rect">
            <a:avLst/>
          </a:prstGeom>
          <a:ln>
            <a:noFill/>
            <a:prstDash val="sysDash"/>
          </a:ln>
        </p:spPr>
        <p:txBody>
          <a:bodyPr vert="horz" wrap="square" lIns="0" tIns="0" rIns="0" bIns="0" rtlCol="0" anchor="t" anchorCtr="0">
            <a:noAutofit/>
          </a:bodyPr>
          <a:p>
            <a:pPr indent="-228600" algn="r">
              <a:lnSpc>
                <a:spcPct val="140000"/>
              </a:lnSpc>
              <a:spcBef>
                <a:spcPct val="0"/>
              </a:spcBef>
              <a:spcAft>
                <a:spcPct val="0"/>
              </a:spcAft>
            </a:pPr>
            <a:r>
              <a:rPr lang="zh-CN" altLang="en-US" sz="1200">
                <a:ln>
                  <a:noFill/>
                  <a:prstDash val="sysDot"/>
                </a:ln>
                <a:solidFill>
                  <a:schemeClr val="tx1">
                    <a:lumMod val="85000"/>
                    <a:lumOff val="15000"/>
                  </a:schemeClr>
                </a:solidFill>
                <a:latin typeface="+mn-ea"/>
                <a:cs typeface="+mn-ea"/>
              </a:rPr>
              <a:t>强冲突采用严格优先级分配，弱冲突实施梯度投影，动态冲突应用自适应权重调度</a:t>
            </a:r>
            <a:endParaRPr lang="zh-CN" altLang="en-US" sz="1200">
              <a:ln>
                <a:noFill/>
                <a:prstDash val="sysDot"/>
              </a:ln>
              <a:solidFill>
                <a:schemeClr val="tx1">
                  <a:lumMod val="85000"/>
                  <a:lumOff val="15000"/>
                </a:schemeClr>
              </a:solidFill>
              <a:latin typeface="+mn-ea"/>
              <a:cs typeface="+mn-ea"/>
            </a:endParaRPr>
          </a:p>
        </p:txBody>
      </p:sp>
    </p:spTree>
    <p:custDataLst>
      <p:tags r:id="rId2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custDataLst>
              <p:tags r:id="rId1"/>
            </p:custDataLst>
          </p:nvPr>
        </p:nvSpPr>
        <p:spPr>
          <a:xfrm>
            <a:off x="695960" y="360000"/>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多目标优化在短视频推送中的应用</a:t>
            </a:r>
            <a:endParaRPr lang="zh-CN" altLang="en-US"/>
          </a:p>
        </p:txBody>
      </p:sp>
      <p:sp>
        <p:nvSpPr>
          <p:cNvPr id="4" name="矩形 1"/>
          <p:cNvSpPr/>
          <p:nvPr>
            <p:custDataLst>
              <p:tags r:id="rId2"/>
            </p:custDataLst>
          </p:nvPr>
        </p:nvSpPr>
        <p:spPr>
          <a:xfrm>
            <a:off x="695960" y="1503234"/>
            <a:ext cx="3118668" cy="1094169"/>
          </a:xfrm>
          <a:prstGeom prst="rect">
            <a:avLst/>
          </a:prstGeom>
          <a:noFill/>
        </p:spPr>
        <p:txBody>
          <a:bodyPr wrap="square" lIns="0" tIns="0" rIns="0" bIns="0" rtlCol="0" anchor="b" anchorCtr="0">
            <a:noAutofit/>
          </a:bodyPr>
          <a:p>
            <a:pPr algn="ctr">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采用多梯度下降算法（MGDA）求解帕累托前沿，通过计算每个目标函数相对于模型参数的梯度，并求解二次规划问题以找到最优权重向量，实现所有目标函数的同时改善。</a:t>
            </a:r>
            <a:endParaRPr lang="zh-CN" altLang="en-US" sz="1200">
              <a:solidFill>
                <a:schemeClr val="tx1">
                  <a:lumMod val="85000"/>
                  <a:lumOff val="15000"/>
                </a:schemeClr>
              </a:solidFill>
              <a:latin typeface="+mn-ea"/>
              <a:cs typeface="+mn-ea"/>
              <a:sym typeface="+mn-ea"/>
            </a:endParaRPr>
          </a:p>
        </p:txBody>
      </p:sp>
      <p:sp>
        <p:nvSpPr>
          <p:cNvPr id="5" name="矩形 11"/>
          <p:cNvSpPr/>
          <p:nvPr>
            <p:custDataLst>
              <p:tags r:id="rId3"/>
            </p:custDataLst>
          </p:nvPr>
        </p:nvSpPr>
        <p:spPr>
          <a:xfrm>
            <a:off x="1096669" y="2693294"/>
            <a:ext cx="2556150" cy="316249"/>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accent1"/>
                </a:solidFill>
                <a:latin typeface="+mn-ea"/>
                <a:cs typeface="+mn-ea"/>
              </a:rPr>
              <a:t>MGDA求解帕累托前沿</a:t>
            </a:r>
            <a:endParaRPr lang="zh-CN" altLang="en-US" sz="1600" b="1">
              <a:solidFill>
                <a:schemeClr val="accent1"/>
              </a:solidFill>
              <a:latin typeface="+mn-ea"/>
              <a:cs typeface="+mn-ea"/>
            </a:endParaRPr>
          </a:p>
        </p:txBody>
      </p:sp>
      <p:sp>
        <p:nvSpPr>
          <p:cNvPr id="6" name="矩形 12"/>
          <p:cNvSpPr/>
          <p:nvPr>
            <p:custDataLst>
              <p:tags r:id="rId4"/>
            </p:custDataLst>
          </p:nvPr>
        </p:nvSpPr>
        <p:spPr>
          <a:xfrm>
            <a:off x="4536666" y="1498154"/>
            <a:ext cx="3118668" cy="1094169"/>
          </a:xfrm>
          <a:prstGeom prst="rect">
            <a:avLst/>
          </a:prstGeom>
          <a:noFill/>
        </p:spPr>
        <p:txBody>
          <a:bodyPr wrap="square" lIns="0" tIns="0" rIns="0" bIns="0" rtlCol="0" anchor="b" anchorCtr="0">
            <a:noAutofit/>
          </a:bodyPr>
          <a:p>
            <a:pPr algn="ctr">
              <a:lnSpc>
                <a:spcPct val="150000"/>
              </a:lnSpc>
              <a:spcBef>
                <a:spcPct val="0"/>
              </a:spcBef>
              <a:spcAft>
                <a:spcPct val="0"/>
              </a:spcAft>
            </a:pPr>
            <a:r>
              <a:rPr lang="zh-CN" altLang="en-US" sz="1200">
                <a:solidFill>
                  <a:schemeClr val="tx1">
                    <a:lumMod val="85000"/>
                    <a:lumOff val="15000"/>
                  </a:schemeClr>
                </a:solidFill>
                <a:latin typeface="+mn-ea"/>
                <a:cs typeface="+mn-ea"/>
              </a:rPr>
              <a:t>在多目标优化中，采用基于梯度相似度的冲突检测、目标重要性评估和区分冲突处理策略来处理目标间的冲突，确保推荐系统的性能。</a:t>
            </a:r>
            <a:endParaRPr lang="zh-CN" altLang="en-US" sz="1200">
              <a:solidFill>
                <a:schemeClr val="tx1">
                  <a:lumMod val="85000"/>
                  <a:lumOff val="15000"/>
                </a:schemeClr>
              </a:solidFill>
              <a:latin typeface="+mn-ea"/>
              <a:cs typeface="+mn-ea"/>
            </a:endParaRPr>
          </a:p>
        </p:txBody>
      </p:sp>
      <p:sp>
        <p:nvSpPr>
          <p:cNvPr id="8" name="矩形 13"/>
          <p:cNvSpPr/>
          <p:nvPr>
            <p:custDataLst>
              <p:tags r:id="rId5"/>
            </p:custDataLst>
          </p:nvPr>
        </p:nvSpPr>
        <p:spPr>
          <a:xfrm>
            <a:off x="4819257" y="2693294"/>
            <a:ext cx="2556150" cy="316249"/>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accent1"/>
                </a:solidFill>
                <a:latin typeface="+mn-ea"/>
                <a:cs typeface="+mn-ea"/>
              </a:rPr>
              <a:t>目标冲突分析与处理</a:t>
            </a:r>
            <a:endParaRPr lang="zh-CN" altLang="en-US" sz="1600" b="1">
              <a:solidFill>
                <a:schemeClr val="accent1"/>
              </a:solidFill>
              <a:latin typeface="+mn-ea"/>
              <a:cs typeface="+mn-ea"/>
            </a:endParaRPr>
          </a:p>
        </p:txBody>
      </p:sp>
      <p:sp>
        <p:nvSpPr>
          <p:cNvPr id="9" name="矩形 14"/>
          <p:cNvSpPr/>
          <p:nvPr>
            <p:custDataLst>
              <p:tags r:id="rId6"/>
            </p:custDataLst>
          </p:nvPr>
        </p:nvSpPr>
        <p:spPr>
          <a:xfrm>
            <a:off x="2676641" y="4778757"/>
            <a:ext cx="3118668" cy="1094169"/>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200">
                <a:solidFill>
                  <a:schemeClr val="tx1">
                    <a:lumMod val="85000"/>
                    <a:lumOff val="15000"/>
                  </a:schemeClr>
                </a:solidFill>
                <a:latin typeface="+mn-ea"/>
                <a:cs typeface="+mn-ea"/>
                <a:sym typeface="+mn-ea"/>
              </a:rPr>
              <a:t>设计了动态权重调整机制，以自适应地根据优化过程中目标间的竞争关系和训练状态调整权重，核心在于识别目标间的冲突程度并据此调整权重分配。</a:t>
            </a:r>
            <a:endParaRPr lang="zh-CN" altLang="en-US" sz="1200">
              <a:solidFill>
                <a:schemeClr val="tx1">
                  <a:lumMod val="85000"/>
                  <a:lumOff val="15000"/>
                </a:schemeClr>
              </a:solidFill>
              <a:latin typeface="+mn-ea"/>
              <a:cs typeface="+mn-ea"/>
              <a:sym typeface="+mn-ea"/>
            </a:endParaRPr>
          </a:p>
        </p:txBody>
      </p:sp>
      <p:sp>
        <p:nvSpPr>
          <p:cNvPr id="24" name="矩形 15"/>
          <p:cNvSpPr/>
          <p:nvPr>
            <p:custDataLst>
              <p:tags r:id="rId7"/>
            </p:custDataLst>
          </p:nvPr>
        </p:nvSpPr>
        <p:spPr>
          <a:xfrm>
            <a:off x="2957963" y="4428216"/>
            <a:ext cx="2556150" cy="316249"/>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accent1"/>
                </a:solidFill>
                <a:latin typeface="+mn-ea"/>
                <a:cs typeface="+mn-ea"/>
              </a:rPr>
              <a:t>动态权重调整机制</a:t>
            </a:r>
            <a:endParaRPr lang="zh-CN" altLang="en-US" sz="1600" b="1">
              <a:solidFill>
                <a:schemeClr val="accent1"/>
              </a:solidFill>
              <a:latin typeface="+mn-ea"/>
              <a:cs typeface="+mn-ea"/>
            </a:endParaRPr>
          </a:p>
        </p:txBody>
      </p:sp>
      <p:sp>
        <p:nvSpPr>
          <p:cNvPr id="25" name="矩形 27"/>
          <p:cNvSpPr/>
          <p:nvPr>
            <p:custDataLst>
              <p:tags r:id="rId8"/>
            </p:custDataLst>
          </p:nvPr>
        </p:nvSpPr>
        <p:spPr>
          <a:xfrm>
            <a:off x="6398595" y="4778757"/>
            <a:ext cx="3118668" cy="1094169"/>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200">
                <a:solidFill>
                  <a:schemeClr val="tx1">
                    <a:lumMod val="85000"/>
                    <a:lumOff val="15000"/>
                  </a:schemeClr>
                </a:solidFill>
                <a:latin typeface="+mn-ea"/>
                <a:cs typeface="+mn-ea"/>
              </a:rPr>
              <a:t>通过动态监测不同目标梯度间的余弦相似度来检测冲突，并根据目标的重要性评估结果，采用自适应权重调整方法来处理冲突。</a:t>
            </a:r>
            <a:endParaRPr lang="zh-CN" altLang="en-US" sz="1200">
              <a:solidFill>
                <a:schemeClr val="tx1">
                  <a:lumMod val="85000"/>
                  <a:lumOff val="15000"/>
                </a:schemeClr>
              </a:solidFill>
              <a:latin typeface="+mn-ea"/>
              <a:cs typeface="+mn-ea"/>
            </a:endParaRPr>
          </a:p>
        </p:txBody>
      </p:sp>
      <p:sp>
        <p:nvSpPr>
          <p:cNvPr id="26" name="矩形 28"/>
          <p:cNvSpPr/>
          <p:nvPr>
            <p:custDataLst>
              <p:tags r:id="rId9"/>
            </p:custDataLst>
          </p:nvPr>
        </p:nvSpPr>
        <p:spPr>
          <a:xfrm>
            <a:off x="6679917" y="4428216"/>
            <a:ext cx="2556150" cy="316249"/>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accent1"/>
                </a:solidFill>
                <a:latin typeface="+mn-ea"/>
                <a:cs typeface="+mn-ea"/>
              </a:rPr>
              <a:t>冲突检测与权重调整策略</a:t>
            </a:r>
            <a:endParaRPr lang="zh-CN" altLang="en-US" sz="1600" b="1">
              <a:solidFill>
                <a:schemeClr val="accent1"/>
              </a:solidFill>
              <a:latin typeface="+mn-ea"/>
              <a:cs typeface="+mn-ea"/>
            </a:endParaRPr>
          </a:p>
        </p:txBody>
      </p:sp>
      <p:sp>
        <p:nvSpPr>
          <p:cNvPr id="27" name="任意多边形 33"/>
          <p:cNvSpPr/>
          <p:nvPr>
            <p:custDataLst>
              <p:tags r:id="rId10"/>
            </p:custDataLst>
          </p:nvPr>
        </p:nvSpPr>
        <p:spPr>
          <a:xfrm>
            <a:off x="1444669" y="3549960"/>
            <a:ext cx="1860659" cy="308628"/>
          </a:xfrm>
          <a:custGeom>
            <a:avLst/>
            <a:gdLst>
              <a:gd name="connsiteX0" fmla="*/ 0 w 1860550"/>
              <a:gd name="connsiteY0" fmla="*/ 77153 h 308610"/>
              <a:gd name="connsiteX1" fmla="*/ 572471 w 1860550"/>
              <a:gd name="connsiteY1" fmla="*/ 77153 h 308610"/>
              <a:gd name="connsiteX2" fmla="*/ 556895 w 1860550"/>
              <a:gd name="connsiteY2" fmla="*/ 154305 h 308610"/>
              <a:gd name="connsiteX3" fmla="*/ 572472 w 1860550"/>
              <a:gd name="connsiteY3" fmla="*/ 231458 h 308610"/>
              <a:gd name="connsiteX4" fmla="*/ 0 w 1860550"/>
              <a:gd name="connsiteY4" fmla="*/ 231458 h 308610"/>
              <a:gd name="connsiteX5" fmla="*/ 77153 w 1860550"/>
              <a:gd name="connsiteY5" fmla="*/ 154305 h 308610"/>
              <a:gd name="connsiteX6" fmla="*/ 1706245 w 1860550"/>
              <a:gd name="connsiteY6" fmla="*/ 0 h 308610"/>
              <a:gd name="connsiteX7" fmla="*/ 1860550 w 1860550"/>
              <a:gd name="connsiteY7" fmla="*/ 154305 h 308610"/>
              <a:gd name="connsiteX8" fmla="*/ 1706245 w 1860550"/>
              <a:gd name="connsiteY8" fmla="*/ 308610 h 308610"/>
              <a:gd name="connsiteX9" fmla="*/ 1706245 w 1860550"/>
              <a:gd name="connsiteY9" fmla="*/ 231458 h 308610"/>
              <a:gd name="connsiteX10" fmla="*/ 1290619 w 1860550"/>
              <a:gd name="connsiteY10" fmla="*/ 231458 h 308610"/>
              <a:gd name="connsiteX11" fmla="*/ 1306195 w 1860550"/>
              <a:gd name="connsiteY11" fmla="*/ 154305 h 308610"/>
              <a:gd name="connsiteX12" fmla="*/ 1290619 w 1860550"/>
              <a:gd name="connsiteY12" fmla="*/ 77153 h 308610"/>
              <a:gd name="connsiteX13" fmla="*/ 1706245 w 1860550"/>
              <a:gd name="connsiteY13" fmla="*/ 77153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550" h="308610">
                <a:moveTo>
                  <a:pt x="0" y="77153"/>
                </a:moveTo>
                <a:lnTo>
                  <a:pt x="572471" y="77153"/>
                </a:lnTo>
                <a:lnTo>
                  <a:pt x="556895" y="154305"/>
                </a:lnTo>
                <a:lnTo>
                  <a:pt x="572472" y="231458"/>
                </a:lnTo>
                <a:lnTo>
                  <a:pt x="0" y="231458"/>
                </a:lnTo>
                <a:lnTo>
                  <a:pt x="77153" y="154305"/>
                </a:lnTo>
                <a:close/>
                <a:moveTo>
                  <a:pt x="1706245" y="0"/>
                </a:moveTo>
                <a:lnTo>
                  <a:pt x="1860550" y="154305"/>
                </a:lnTo>
                <a:lnTo>
                  <a:pt x="1706245" y="308610"/>
                </a:lnTo>
                <a:lnTo>
                  <a:pt x="1706245" y="231458"/>
                </a:lnTo>
                <a:lnTo>
                  <a:pt x="1290619" y="231458"/>
                </a:lnTo>
                <a:lnTo>
                  <a:pt x="1306195" y="154305"/>
                </a:lnTo>
                <a:lnTo>
                  <a:pt x="1290619" y="77153"/>
                </a:lnTo>
                <a:lnTo>
                  <a:pt x="1706245" y="77153"/>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2" name="任意多边形 34"/>
          <p:cNvSpPr/>
          <p:nvPr>
            <p:custDataLst>
              <p:tags r:id="rId11"/>
            </p:custDataLst>
          </p:nvPr>
        </p:nvSpPr>
        <p:spPr>
          <a:xfrm>
            <a:off x="3305328" y="3550595"/>
            <a:ext cx="1860659" cy="308628"/>
          </a:xfrm>
          <a:custGeom>
            <a:avLst/>
            <a:gdLst>
              <a:gd name="connsiteX0" fmla="*/ 0 w 1860550"/>
              <a:gd name="connsiteY0" fmla="*/ 77153 h 308610"/>
              <a:gd name="connsiteX1" fmla="*/ 571073 w 1860550"/>
              <a:gd name="connsiteY1" fmla="*/ 77153 h 308610"/>
              <a:gd name="connsiteX2" fmla="*/ 555625 w 1860550"/>
              <a:gd name="connsiteY2" fmla="*/ 153670 h 308610"/>
              <a:gd name="connsiteX3" fmla="*/ 571330 w 1860550"/>
              <a:gd name="connsiteY3" fmla="*/ 231458 h 308610"/>
              <a:gd name="connsiteX4" fmla="*/ 0 w 1860550"/>
              <a:gd name="connsiteY4" fmla="*/ 231458 h 308610"/>
              <a:gd name="connsiteX5" fmla="*/ 77153 w 1860550"/>
              <a:gd name="connsiteY5" fmla="*/ 154305 h 308610"/>
              <a:gd name="connsiteX6" fmla="*/ 1706245 w 1860550"/>
              <a:gd name="connsiteY6" fmla="*/ 0 h 308610"/>
              <a:gd name="connsiteX7" fmla="*/ 1860550 w 1860550"/>
              <a:gd name="connsiteY7" fmla="*/ 154305 h 308610"/>
              <a:gd name="connsiteX8" fmla="*/ 1706245 w 1860550"/>
              <a:gd name="connsiteY8" fmla="*/ 308610 h 308610"/>
              <a:gd name="connsiteX9" fmla="*/ 1706245 w 1860550"/>
              <a:gd name="connsiteY9" fmla="*/ 231458 h 308610"/>
              <a:gd name="connsiteX10" fmla="*/ 1289221 w 1860550"/>
              <a:gd name="connsiteY10" fmla="*/ 231458 h 308610"/>
              <a:gd name="connsiteX11" fmla="*/ 1304925 w 1860550"/>
              <a:gd name="connsiteY11" fmla="*/ 153670 h 308610"/>
              <a:gd name="connsiteX12" fmla="*/ 1289477 w 1860550"/>
              <a:gd name="connsiteY12" fmla="*/ 77153 h 308610"/>
              <a:gd name="connsiteX13" fmla="*/ 1706245 w 1860550"/>
              <a:gd name="connsiteY13" fmla="*/ 77153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550" h="308610">
                <a:moveTo>
                  <a:pt x="0" y="77153"/>
                </a:moveTo>
                <a:lnTo>
                  <a:pt x="571073" y="77153"/>
                </a:lnTo>
                <a:lnTo>
                  <a:pt x="555625" y="153670"/>
                </a:lnTo>
                <a:lnTo>
                  <a:pt x="571330" y="231458"/>
                </a:lnTo>
                <a:lnTo>
                  <a:pt x="0" y="231458"/>
                </a:lnTo>
                <a:lnTo>
                  <a:pt x="77153" y="154305"/>
                </a:lnTo>
                <a:close/>
                <a:moveTo>
                  <a:pt x="1706245" y="0"/>
                </a:moveTo>
                <a:lnTo>
                  <a:pt x="1860550" y="154305"/>
                </a:lnTo>
                <a:lnTo>
                  <a:pt x="1706245" y="308610"/>
                </a:lnTo>
                <a:lnTo>
                  <a:pt x="1706245" y="231458"/>
                </a:lnTo>
                <a:lnTo>
                  <a:pt x="1289221" y="231458"/>
                </a:lnTo>
                <a:lnTo>
                  <a:pt x="1304925" y="153670"/>
                </a:lnTo>
                <a:lnTo>
                  <a:pt x="1289477" y="77153"/>
                </a:lnTo>
                <a:lnTo>
                  <a:pt x="1706245" y="77153"/>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3" name="任意多边形 35"/>
          <p:cNvSpPr/>
          <p:nvPr>
            <p:custDataLst>
              <p:tags r:id="rId12"/>
            </p:custDataLst>
          </p:nvPr>
        </p:nvSpPr>
        <p:spPr>
          <a:xfrm>
            <a:off x="5165988" y="3549960"/>
            <a:ext cx="1860659" cy="308628"/>
          </a:xfrm>
          <a:custGeom>
            <a:avLst/>
            <a:gdLst>
              <a:gd name="connsiteX0" fmla="*/ 0 w 1860550"/>
              <a:gd name="connsiteY0" fmla="*/ 77153 h 308610"/>
              <a:gd name="connsiteX1" fmla="*/ 569932 w 1860550"/>
              <a:gd name="connsiteY1" fmla="*/ 77153 h 308610"/>
              <a:gd name="connsiteX2" fmla="*/ 554355 w 1860550"/>
              <a:gd name="connsiteY2" fmla="*/ 154305 h 308610"/>
              <a:gd name="connsiteX3" fmla="*/ 569932 w 1860550"/>
              <a:gd name="connsiteY3" fmla="*/ 231458 h 308610"/>
              <a:gd name="connsiteX4" fmla="*/ 0 w 1860550"/>
              <a:gd name="connsiteY4" fmla="*/ 231458 h 308610"/>
              <a:gd name="connsiteX5" fmla="*/ 77153 w 1860550"/>
              <a:gd name="connsiteY5" fmla="*/ 154305 h 308610"/>
              <a:gd name="connsiteX6" fmla="*/ 1706245 w 1860550"/>
              <a:gd name="connsiteY6" fmla="*/ 0 h 308610"/>
              <a:gd name="connsiteX7" fmla="*/ 1860550 w 1860550"/>
              <a:gd name="connsiteY7" fmla="*/ 154305 h 308610"/>
              <a:gd name="connsiteX8" fmla="*/ 1706245 w 1860550"/>
              <a:gd name="connsiteY8" fmla="*/ 308610 h 308610"/>
              <a:gd name="connsiteX9" fmla="*/ 1706245 w 1860550"/>
              <a:gd name="connsiteY9" fmla="*/ 231458 h 308610"/>
              <a:gd name="connsiteX10" fmla="*/ 1288079 w 1860550"/>
              <a:gd name="connsiteY10" fmla="*/ 231458 h 308610"/>
              <a:gd name="connsiteX11" fmla="*/ 1303655 w 1860550"/>
              <a:gd name="connsiteY11" fmla="*/ 154305 h 308610"/>
              <a:gd name="connsiteX12" fmla="*/ 1288079 w 1860550"/>
              <a:gd name="connsiteY12" fmla="*/ 77153 h 308610"/>
              <a:gd name="connsiteX13" fmla="*/ 1706245 w 1860550"/>
              <a:gd name="connsiteY13" fmla="*/ 77153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550" h="308610">
                <a:moveTo>
                  <a:pt x="0" y="77153"/>
                </a:moveTo>
                <a:lnTo>
                  <a:pt x="569932" y="77153"/>
                </a:lnTo>
                <a:lnTo>
                  <a:pt x="554355" y="154305"/>
                </a:lnTo>
                <a:lnTo>
                  <a:pt x="569932" y="231458"/>
                </a:lnTo>
                <a:lnTo>
                  <a:pt x="0" y="231458"/>
                </a:lnTo>
                <a:lnTo>
                  <a:pt x="77153" y="154305"/>
                </a:lnTo>
                <a:close/>
                <a:moveTo>
                  <a:pt x="1706245" y="0"/>
                </a:moveTo>
                <a:lnTo>
                  <a:pt x="1860550" y="154305"/>
                </a:lnTo>
                <a:lnTo>
                  <a:pt x="1706245" y="308610"/>
                </a:lnTo>
                <a:lnTo>
                  <a:pt x="1706245" y="231458"/>
                </a:lnTo>
                <a:lnTo>
                  <a:pt x="1288079" y="231458"/>
                </a:lnTo>
                <a:lnTo>
                  <a:pt x="1303655" y="154305"/>
                </a:lnTo>
                <a:lnTo>
                  <a:pt x="1288079" y="77153"/>
                </a:lnTo>
                <a:lnTo>
                  <a:pt x="1706245" y="77153"/>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9" name="任意多边形 36"/>
          <p:cNvSpPr/>
          <p:nvPr>
            <p:custDataLst>
              <p:tags r:id="rId13"/>
            </p:custDataLst>
          </p:nvPr>
        </p:nvSpPr>
        <p:spPr>
          <a:xfrm>
            <a:off x="7027282" y="3549960"/>
            <a:ext cx="1860659" cy="308628"/>
          </a:xfrm>
          <a:custGeom>
            <a:avLst/>
            <a:gdLst>
              <a:gd name="connsiteX0" fmla="*/ 0 w 1860550"/>
              <a:gd name="connsiteY0" fmla="*/ 77153 h 308610"/>
              <a:gd name="connsiteX1" fmla="*/ 568027 w 1860550"/>
              <a:gd name="connsiteY1" fmla="*/ 77153 h 308610"/>
              <a:gd name="connsiteX2" fmla="*/ 552450 w 1860550"/>
              <a:gd name="connsiteY2" fmla="*/ 154305 h 308610"/>
              <a:gd name="connsiteX3" fmla="*/ 568027 w 1860550"/>
              <a:gd name="connsiteY3" fmla="*/ 231458 h 308610"/>
              <a:gd name="connsiteX4" fmla="*/ 0 w 1860550"/>
              <a:gd name="connsiteY4" fmla="*/ 231458 h 308610"/>
              <a:gd name="connsiteX5" fmla="*/ 77153 w 1860550"/>
              <a:gd name="connsiteY5" fmla="*/ 154305 h 308610"/>
              <a:gd name="connsiteX6" fmla="*/ 1706245 w 1860550"/>
              <a:gd name="connsiteY6" fmla="*/ 0 h 308610"/>
              <a:gd name="connsiteX7" fmla="*/ 1860550 w 1860550"/>
              <a:gd name="connsiteY7" fmla="*/ 154305 h 308610"/>
              <a:gd name="connsiteX8" fmla="*/ 1706245 w 1860550"/>
              <a:gd name="connsiteY8" fmla="*/ 308610 h 308610"/>
              <a:gd name="connsiteX9" fmla="*/ 1706245 w 1860550"/>
              <a:gd name="connsiteY9" fmla="*/ 231458 h 308610"/>
              <a:gd name="connsiteX10" fmla="*/ 1286174 w 1860550"/>
              <a:gd name="connsiteY10" fmla="*/ 231458 h 308610"/>
              <a:gd name="connsiteX11" fmla="*/ 1301750 w 1860550"/>
              <a:gd name="connsiteY11" fmla="*/ 154305 h 308610"/>
              <a:gd name="connsiteX12" fmla="*/ 1286174 w 1860550"/>
              <a:gd name="connsiteY12" fmla="*/ 77153 h 308610"/>
              <a:gd name="connsiteX13" fmla="*/ 1706245 w 1860550"/>
              <a:gd name="connsiteY13" fmla="*/ 77153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550" h="308610">
                <a:moveTo>
                  <a:pt x="0" y="77153"/>
                </a:moveTo>
                <a:lnTo>
                  <a:pt x="568027" y="77153"/>
                </a:lnTo>
                <a:lnTo>
                  <a:pt x="552450" y="154305"/>
                </a:lnTo>
                <a:lnTo>
                  <a:pt x="568027" y="231458"/>
                </a:lnTo>
                <a:lnTo>
                  <a:pt x="0" y="231458"/>
                </a:lnTo>
                <a:lnTo>
                  <a:pt x="77153" y="154305"/>
                </a:lnTo>
                <a:close/>
                <a:moveTo>
                  <a:pt x="1706245" y="0"/>
                </a:moveTo>
                <a:lnTo>
                  <a:pt x="1860550" y="154305"/>
                </a:lnTo>
                <a:lnTo>
                  <a:pt x="1706245" y="308610"/>
                </a:lnTo>
                <a:lnTo>
                  <a:pt x="1706245" y="231458"/>
                </a:lnTo>
                <a:lnTo>
                  <a:pt x="1286174" y="231458"/>
                </a:lnTo>
                <a:lnTo>
                  <a:pt x="1301750" y="154305"/>
                </a:lnTo>
                <a:lnTo>
                  <a:pt x="1286174" y="77153"/>
                </a:lnTo>
                <a:lnTo>
                  <a:pt x="1706245" y="77153"/>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40" name="椭圆 16"/>
          <p:cNvSpPr/>
          <p:nvPr>
            <p:custDataLst>
              <p:tags r:id="rId14"/>
            </p:custDataLst>
          </p:nvPr>
        </p:nvSpPr>
        <p:spPr>
          <a:xfrm>
            <a:off x="2042874" y="3362624"/>
            <a:ext cx="683935" cy="683935"/>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sp>
        <p:nvSpPr>
          <p:cNvPr id="41" name="椭圆 17"/>
          <p:cNvSpPr/>
          <p:nvPr>
            <p:custDataLst>
              <p:tags r:id="rId15"/>
            </p:custDataLst>
          </p:nvPr>
        </p:nvSpPr>
        <p:spPr>
          <a:xfrm>
            <a:off x="3894008" y="3362624"/>
            <a:ext cx="683935" cy="683935"/>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18"/>
          <p:cNvSpPr/>
          <p:nvPr>
            <p:custDataLst>
              <p:tags r:id="rId16"/>
            </p:custDataLst>
          </p:nvPr>
        </p:nvSpPr>
        <p:spPr>
          <a:xfrm>
            <a:off x="5754032" y="3362624"/>
            <a:ext cx="683935" cy="683935"/>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椭圆 19"/>
          <p:cNvSpPr/>
          <p:nvPr>
            <p:custDataLst>
              <p:tags r:id="rId17"/>
            </p:custDataLst>
          </p:nvPr>
        </p:nvSpPr>
        <p:spPr>
          <a:xfrm>
            <a:off x="7614692" y="3362624"/>
            <a:ext cx="683935" cy="683935"/>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任意多边形 37"/>
          <p:cNvSpPr/>
          <p:nvPr>
            <p:custDataLst>
              <p:tags r:id="rId18"/>
            </p:custDataLst>
          </p:nvPr>
        </p:nvSpPr>
        <p:spPr>
          <a:xfrm>
            <a:off x="8887942" y="3549960"/>
            <a:ext cx="1860659" cy="308628"/>
          </a:xfrm>
          <a:custGeom>
            <a:avLst/>
            <a:gdLst>
              <a:gd name="connsiteX0" fmla="*/ 0 w 1860550"/>
              <a:gd name="connsiteY0" fmla="*/ 77153 h 308610"/>
              <a:gd name="connsiteX1" fmla="*/ 574376 w 1860550"/>
              <a:gd name="connsiteY1" fmla="*/ 77153 h 308610"/>
              <a:gd name="connsiteX2" fmla="*/ 558800 w 1860550"/>
              <a:gd name="connsiteY2" fmla="*/ 154305 h 308610"/>
              <a:gd name="connsiteX3" fmla="*/ 574377 w 1860550"/>
              <a:gd name="connsiteY3" fmla="*/ 231458 h 308610"/>
              <a:gd name="connsiteX4" fmla="*/ 0 w 1860550"/>
              <a:gd name="connsiteY4" fmla="*/ 231458 h 308610"/>
              <a:gd name="connsiteX5" fmla="*/ 77153 w 1860550"/>
              <a:gd name="connsiteY5" fmla="*/ 154305 h 308610"/>
              <a:gd name="connsiteX6" fmla="*/ 1706245 w 1860550"/>
              <a:gd name="connsiteY6" fmla="*/ 0 h 308610"/>
              <a:gd name="connsiteX7" fmla="*/ 1860550 w 1860550"/>
              <a:gd name="connsiteY7" fmla="*/ 154305 h 308610"/>
              <a:gd name="connsiteX8" fmla="*/ 1706245 w 1860550"/>
              <a:gd name="connsiteY8" fmla="*/ 308610 h 308610"/>
              <a:gd name="connsiteX9" fmla="*/ 1706245 w 1860550"/>
              <a:gd name="connsiteY9" fmla="*/ 231458 h 308610"/>
              <a:gd name="connsiteX10" fmla="*/ 1292523 w 1860550"/>
              <a:gd name="connsiteY10" fmla="*/ 231458 h 308610"/>
              <a:gd name="connsiteX11" fmla="*/ 1308100 w 1860550"/>
              <a:gd name="connsiteY11" fmla="*/ 154305 h 308610"/>
              <a:gd name="connsiteX12" fmla="*/ 1292524 w 1860550"/>
              <a:gd name="connsiteY12" fmla="*/ 77153 h 308610"/>
              <a:gd name="connsiteX13" fmla="*/ 1706245 w 1860550"/>
              <a:gd name="connsiteY13" fmla="*/ 77153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0550" h="308610">
                <a:moveTo>
                  <a:pt x="0" y="77153"/>
                </a:moveTo>
                <a:lnTo>
                  <a:pt x="574376" y="77153"/>
                </a:lnTo>
                <a:lnTo>
                  <a:pt x="558800" y="154305"/>
                </a:lnTo>
                <a:lnTo>
                  <a:pt x="574377" y="231458"/>
                </a:lnTo>
                <a:lnTo>
                  <a:pt x="0" y="231458"/>
                </a:lnTo>
                <a:lnTo>
                  <a:pt x="77153" y="154305"/>
                </a:lnTo>
                <a:close/>
                <a:moveTo>
                  <a:pt x="1706245" y="0"/>
                </a:moveTo>
                <a:lnTo>
                  <a:pt x="1860550" y="154305"/>
                </a:lnTo>
                <a:lnTo>
                  <a:pt x="1706245" y="308610"/>
                </a:lnTo>
                <a:lnTo>
                  <a:pt x="1706245" y="231458"/>
                </a:lnTo>
                <a:lnTo>
                  <a:pt x="1292523" y="231458"/>
                </a:lnTo>
                <a:lnTo>
                  <a:pt x="1308100" y="154305"/>
                </a:lnTo>
                <a:lnTo>
                  <a:pt x="1292524" y="77153"/>
                </a:lnTo>
                <a:lnTo>
                  <a:pt x="1706245" y="77153"/>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45" name="椭圆 2"/>
          <p:cNvSpPr/>
          <p:nvPr>
            <p:custDataLst>
              <p:tags r:id="rId19"/>
            </p:custDataLst>
          </p:nvPr>
        </p:nvSpPr>
        <p:spPr>
          <a:xfrm>
            <a:off x="9475986" y="3362624"/>
            <a:ext cx="683935" cy="683935"/>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矩形 29"/>
          <p:cNvSpPr/>
          <p:nvPr>
            <p:custDataLst>
              <p:tags r:id="rId20"/>
            </p:custDataLst>
          </p:nvPr>
        </p:nvSpPr>
        <p:spPr>
          <a:xfrm>
            <a:off x="8377372" y="1498154"/>
            <a:ext cx="3118668" cy="1094169"/>
          </a:xfrm>
          <a:prstGeom prst="rect">
            <a:avLst/>
          </a:prstGeom>
          <a:noFill/>
        </p:spPr>
        <p:txBody>
          <a:bodyPr wrap="square" lIns="0" tIns="0" rIns="0" bIns="0" rtlCol="0" anchor="b" anchorCtr="0">
            <a:noAutofit/>
          </a:bodyPr>
          <a:p>
            <a:pPr algn="ctr">
              <a:lnSpc>
                <a:spcPct val="150000"/>
              </a:lnSpc>
              <a:spcBef>
                <a:spcPct val="0"/>
              </a:spcBef>
              <a:spcAft>
                <a:spcPct val="0"/>
              </a:spcAft>
            </a:pPr>
            <a:r>
              <a:rPr lang="zh-CN" altLang="en-US" sz="1200">
                <a:solidFill>
                  <a:schemeClr val="tx1">
                    <a:lumMod val="85000"/>
                    <a:lumOff val="15000"/>
                  </a:schemeClr>
                </a:solidFill>
                <a:latin typeface="+mn-ea"/>
                <a:cs typeface="+mn-ea"/>
                <a:sym typeface="+mn-ea"/>
              </a:rPr>
              <a:t>实现了冲突可视化和监控模块，记录和分析训练过程中的目标关系，为模型优化提供指导，确保推荐系统的性能。</a:t>
            </a:r>
            <a:endParaRPr lang="zh-CN" altLang="en-US" sz="1200">
              <a:solidFill>
                <a:schemeClr val="tx1">
                  <a:lumMod val="85000"/>
                  <a:lumOff val="15000"/>
                </a:schemeClr>
              </a:solidFill>
              <a:latin typeface="+mn-ea"/>
              <a:cs typeface="+mn-ea"/>
              <a:sym typeface="+mn-ea"/>
            </a:endParaRPr>
          </a:p>
        </p:txBody>
      </p:sp>
      <p:pic>
        <p:nvPicPr>
          <p:cNvPr id="47" name="图片 13" descr="32313538333935363b32313538333934373bcec4bcfebcd0"/>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4092140" y="3570916"/>
            <a:ext cx="288017" cy="288017"/>
          </a:xfrm>
          <a:prstGeom prst="rect">
            <a:avLst/>
          </a:prstGeom>
        </p:spPr>
      </p:pic>
      <p:pic>
        <p:nvPicPr>
          <p:cNvPr id="48" name="图片 3" descr="32313538333935363b32313538333934333bb6d4bbb0"/>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952164" y="3570281"/>
            <a:ext cx="288017" cy="288017"/>
          </a:xfrm>
          <a:prstGeom prst="rect">
            <a:avLst/>
          </a:prstGeom>
        </p:spPr>
      </p:pic>
      <p:pic>
        <p:nvPicPr>
          <p:cNvPr id="49" name="图片 21" descr="32313538333935363b32313538333935353bb3a4c6aab6c1ceef"/>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2241006" y="3560120"/>
            <a:ext cx="288027" cy="288027"/>
          </a:xfrm>
          <a:prstGeom prst="rect">
            <a:avLst/>
          </a:prstGeom>
        </p:spPr>
      </p:pic>
      <p:sp>
        <p:nvSpPr>
          <p:cNvPr id="50" name="矩形 30"/>
          <p:cNvSpPr/>
          <p:nvPr>
            <p:custDataLst>
              <p:tags r:id="rId30"/>
            </p:custDataLst>
          </p:nvPr>
        </p:nvSpPr>
        <p:spPr>
          <a:xfrm>
            <a:off x="8530416" y="2693294"/>
            <a:ext cx="2556150" cy="316249"/>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accent1"/>
                </a:solidFill>
                <a:latin typeface="+mn-ea"/>
                <a:cs typeface="+mn-ea"/>
              </a:rPr>
              <a:t>冲突可视化与监控模块</a:t>
            </a:r>
            <a:endParaRPr lang="zh-CN" altLang="en-US" sz="1600" b="1">
              <a:solidFill>
                <a:schemeClr val="accent1"/>
              </a:solidFill>
              <a:latin typeface="+mn-ea"/>
              <a:cs typeface="+mn-ea"/>
            </a:endParaRPr>
          </a:p>
        </p:txBody>
      </p:sp>
      <p:pic>
        <p:nvPicPr>
          <p:cNvPr id="51" name="图片 8" descr="32313538333935363b32313538333934303bcae9b1be"/>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7812823" y="3560120"/>
            <a:ext cx="288038" cy="288038"/>
          </a:xfrm>
          <a:prstGeom prst="rect">
            <a:avLst/>
          </a:prstGeom>
        </p:spPr>
      </p:pic>
      <p:pic>
        <p:nvPicPr>
          <p:cNvPr id="52" name="图片 16" descr="32313538333935363b32313538333934393bccedbcd3cae9bcae"/>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9674118" y="3560120"/>
            <a:ext cx="288040" cy="288040"/>
          </a:xfrm>
          <a:prstGeom prst="rect">
            <a:avLst/>
          </a:prstGeom>
        </p:spPr>
      </p:pic>
    </p:spTree>
    <p:custDataLst>
      <p:tags r:id="rId3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p:cNvSpPr>
            <a:spLocks noGrp="1"/>
          </p:cNvSpPr>
          <p:nvPr>
            <p:ph type="title"/>
            <p:custDataLst>
              <p:tags r:id="rId1"/>
            </p:custDataLst>
          </p:nvPr>
        </p:nvSpPr>
        <p:spPr/>
        <p:txBody>
          <a:bodyPr/>
          <a:p>
            <a:pPr marL="0" indent="0" algn="ctr">
              <a:lnSpc>
                <a:spcPct val="100000"/>
              </a:lnSpc>
              <a:spcBef>
                <a:spcPts val="0"/>
              </a:spcBef>
              <a:spcAft>
                <a:spcPts val="0"/>
              </a:spcAft>
              <a:buSzPct val="100000"/>
            </a:pPr>
            <a:r>
              <a:rPr lang="zh-CN" altLang="en-US"/>
              <a:t>实验设计与结果分析</a:t>
            </a:r>
            <a:endParaRPr lang="zh-CN" altLang="en-US"/>
          </a:p>
        </p:txBody>
      </p:sp>
      <p:sp>
        <p:nvSpPr>
          <p:cNvPr id="8" name="副标题"/>
          <p:cNvSpPr>
            <a:spLocks noGrp="1"/>
          </p:cNvSpPr>
          <p:nvPr>
            <p:ph type="body" idx="1"/>
            <p:custDataLst>
              <p:tags r:id="rId2"/>
            </p:custDataLst>
          </p:nvPr>
        </p:nvSpPr>
        <p:spPr/>
        <p:txBody>
          <a:bodyPr/>
          <a:p>
            <a:r>
              <a:rPr lang="zh-CN" altLang="en-US"/>
              <a:t>添加副标题单击编辑添加副标题内容</a:t>
            </a:r>
            <a:endParaRPr lang="zh-CN" altLang="en-US"/>
          </a:p>
        </p:txBody>
      </p:sp>
      <p:sp>
        <p:nvSpPr>
          <p:cNvPr id="9" name="节编号"/>
          <p:cNvSpPr>
            <a:spLocks noGrp="1"/>
          </p:cNvSpPr>
          <p:nvPr>
            <p:ph type="body" sz="quarter" idx="13"/>
            <p:custDataLst>
              <p:tags r:id="rId3"/>
            </p:custDataLst>
          </p:nvPr>
        </p:nvSpPr>
        <p:spPr>
          <a:prstGeom prst="rect">
            <a:avLst/>
          </a:prstGeom>
        </p:spPr>
        <p:txBody>
          <a:bodyPr/>
          <a:p>
            <a:r>
              <a:rPr lang="en-US" altLang="en-US"/>
              <a:t>PART 02</a:t>
            </a:r>
            <a:endParaRPr lang="en-US" altLang="en-US"/>
          </a:p>
        </p:txBody>
      </p:sp>
      <p:pic>
        <p:nvPicPr>
          <p:cNvPr id="2" name="图片 1"/>
          <p:cNvPicPr>
            <a:picLocks noChangeAspect="1"/>
          </p:cNvPicPr>
          <p:nvPr/>
        </p:nvPicPr>
        <p:blipFill>
          <a:blip r:embed="rId4"/>
          <a:srcRect r="6440"/>
          <a:stretch>
            <a:fillRect/>
          </a:stretch>
        </p:blipFill>
        <p:spPr>
          <a:xfrm>
            <a:off x="0" y="0"/>
            <a:ext cx="3897630" cy="1026795"/>
          </a:xfrm>
          <a:prstGeom prst="rect">
            <a:avLst/>
          </a:prstGeom>
          <a:noFill/>
          <a:ln>
            <a:noFill/>
          </a:ln>
        </p:spPr>
      </p:pic>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lgn="l">
              <a:buClrTx/>
              <a:buSzTx/>
              <a:buFontTx/>
            </a:pPr>
            <a:r>
              <a:rPr>
                <a:sym typeface="+mn-ea"/>
              </a:rPr>
              <a:t>实验环境与数据集：数据集介绍</a:t>
            </a:r>
            <a:endParaRPr>
              <a:sym typeface="+mn-ea"/>
            </a:endParaRPr>
          </a:p>
        </p:txBody>
      </p:sp>
      <p:pic>
        <p:nvPicPr>
          <p:cNvPr id="5" name="图片 4" descr="54f14e38-3098-11f0-aad8-8207e8af6959"/>
          <p:cNvPicPr>
            <a:picLocks noChangeAspect="1"/>
          </p:cNvPicPr>
          <p:nvPr>
            <p:custDataLst>
              <p:tags r:id="rId2"/>
            </p:custDataLst>
          </p:nvPr>
        </p:nvPicPr>
        <p:blipFill>
          <a:blip r:embed="rId3"/>
          <a:stretch>
            <a:fillRect/>
          </a:stretch>
        </p:blipFill>
        <p:spPr>
          <a:xfrm>
            <a:off x="695325" y="2095500"/>
            <a:ext cx="5323840" cy="3348990"/>
          </a:xfrm>
          <a:prstGeom prst="rect">
            <a:avLst/>
          </a:prstGeom>
        </p:spPr>
      </p:pic>
      <p:sp>
        <p:nvSpPr>
          <p:cNvPr id="3" name="内容占位符 3"/>
          <p:cNvSpPr>
            <a:spLocks noGrp="1"/>
          </p:cNvSpPr>
          <p:nvPr>
            <p:custDataLst>
              <p:tags r:id="rId4"/>
            </p:custDataLst>
          </p:nvPr>
        </p:nvSpPr>
        <p:spPr>
          <a:xfrm>
            <a:off x="6172200" y="1364400"/>
            <a:ext cx="5323840" cy="4813200"/>
          </a:xfrm>
          <a:prstGeom prst="rect">
            <a:avLst/>
          </a:prstGeom>
        </p:spPr>
        <p:txBody>
          <a:bodyPr vert="horz" wrap="square" lIns="0" tIns="0" rIns="0" bIns="0" rtlCol="0">
            <a:normAutofit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a:buNone/>
            </a:pPr>
            <a:r>
              <a:rPr lang="zh-CN" altLang="en-US">
                <a:solidFill>
                  <a:schemeClr val="tx1"/>
                </a:solidFill>
              </a:rPr>
              <a:t>MicroLens-100K数据集特点</a:t>
            </a:r>
            <a:endParaRPr lang="zh-CN" altLang="en-US">
              <a:solidFill>
                <a:schemeClr val="tx1"/>
              </a:solidFill>
            </a:endParaRPr>
          </a:p>
          <a:p>
            <a:pPr marL="228600" lvl="0"/>
            <a:r>
              <a:rPr lang="zh-CN" altLang="en-US">
                <a:solidFill>
                  <a:schemeClr val="tx1"/>
                </a:solidFill>
              </a:rPr>
              <a:t>实验环境与数据集</a:t>
            </a:r>
            <a:endParaRPr lang="zh-CN" altLang="en-US">
              <a:solidFill>
                <a:schemeClr val="tx1"/>
              </a:solidFill>
            </a:endParaRPr>
          </a:p>
          <a:p>
            <a:pPr marL="685800" lvl="1"/>
            <a:r>
              <a:rPr lang="zh-CN" altLang="en-US">
                <a:solidFill>
                  <a:schemeClr val="tx1"/>
                </a:solidFill>
              </a:rPr>
              <a:t>采用MicroLens-100K短视频推荐数据集，专为短视频推荐研究设计，包含719405条用户-视频交互记录，涉及100000名用户与19738个视频，交互稀疏度高，序列长度分布广泛</a:t>
            </a:r>
            <a:endParaRPr lang="zh-CN" altLang="en-US">
              <a:solidFill>
                <a:schemeClr val="tx1"/>
              </a:solidFill>
            </a:endParaRPr>
          </a:p>
          <a:p>
            <a:pPr marL="228600" lvl="0"/>
            <a:r>
              <a:rPr lang="zh-CN" altLang="en-US">
                <a:solidFill>
                  <a:schemeClr val="tx1"/>
                </a:solidFill>
              </a:rPr>
              <a:t>数据集特点</a:t>
            </a:r>
            <a:endParaRPr lang="zh-CN" altLang="en-US">
              <a:solidFill>
                <a:schemeClr val="tx1"/>
              </a:solidFill>
            </a:endParaRPr>
          </a:p>
          <a:p>
            <a:pPr marL="685800" lvl="1"/>
            <a:r>
              <a:rPr lang="zh-CN" altLang="en-US">
                <a:solidFill>
                  <a:schemeClr val="tx1"/>
                </a:solidFill>
              </a:rPr>
              <a:t>数据集交互稀疏度为99.9636%，平均序列长度7.19，最大218，最小5，中位数6，整体分布见图4.1，反映了用户与短视频交互的稀疏性和多样性</a:t>
            </a:r>
            <a:endParaRPr lang="zh-CN" altLang="en-US">
              <a:solidFill>
                <a:schemeClr val="tx1"/>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任意多边形: 形状 37"/>
          <p:cNvSpPr/>
          <p:nvPr>
            <p:custDataLst>
              <p:tags r:id="rId1"/>
            </p:custDataLst>
          </p:nvPr>
        </p:nvSpPr>
        <p:spPr>
          <a:xfrm>
            <a:off x="5597325" y="0"/>
            <a:ext cx="6606075" cy="6858000"/>
          </a:xfrm>
          <a:custGeom>
            <a:avLst/>
            <a:gdLst>
              <a:gd name="connsiteX0" fmla="*/ 3372960 w 6606075"/>
              <a:gd name="connsiteY0" fmla="*/ 0 h 6858000"/>
              <a:gd name="connsiteX1" fmla="*/ 6606075 w 6606075"/>
              <a:gd name="connsiteY1" fmla="*/ 0 h 6858000"/>
              <a:gd name="connsiteX2" fmla="*/ 6606075 w 6606075"/>
              <a:gd name="connsiteY2" fmla="*/ 4235606 h 6858000"/>
              <a:gd name="connsiteX3" fmla="*/ 6572407 w 6606075"/>
              <a:gd name="connsiteY3" fmla="*/ 4226949 h 6858000"/>
              <a:gd name="connsiteX4" fmla="*/ 6295001 w 6606075"/>
              <a:gd name="connsiteY4" fmla="*/ 4198984 h 6858000"/>
              <a:gd name="connsiteX5" fmla="*/ 4918536 w 6606075"/>
              <a:gd name="connsiteY5" fmla="*/ 5575449 h 6858000"/>
              <a:gd name="connsiteX6" fmla="*/ 5759219 w 6606075"/>
              <a:gd name="connsiteY6" fmla="*/ 6843745 h 6858000"/>
              <a:gd name="connsiteX7" fmla="*/ 5798167 w 6606075"/>
              <a:gd name="connsiteY7" fmla="*/ 6858000 h 6858000"/>
              <a:gd name="connsiteX8" fmla="*/ 131098 w 6606075"/>
              <a:gd name="connsiteY8" fmla="*/ 6858000 h 6858000"/>
              <a:gd name="connsiteX9" fmla="*/ 127892 w 6606075"/>
              <a:gd name="connsiteY9" fmla="*/ 6844111 h 6858000"/>
              <a:gd name="connsiteX10" fmla="*/ 0 w 6606075"/>
              <a:gd name="connsiteY10" fmla="*/ 5575449 h 6858000"/>
              <a:gd name="connsiteX11" fmla="*/ 3294430 w 6606075"/>
              <a:gd name="connsiteY11" fmla="*/ 40221 h 6858000"/>
              <a:gd name="connsiteX12" fmla="*/ 3372960 w 6606075"/>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06075" h="6858000">
                <a:moveTo>
                  <a:pt x="3372960" y="0"/>
                </a:moveTo>
                <a:lnTo>
                  <a:pt x="6606075" y="0"/>
                </a:lnTo>
                <a:lnTo>
                  <a:pt x="6606075" y="4235606"/>
                </a:lnTo>
                <a:lnTo>
                  <a:pt x="6572407" y="4226949"/>
                </a:lnTo>
                <a:cubicBezTo>
                  <a:pt x="6482802" y="4208613"/>
                  <a:pt x="6390026" y="4198984"/>
                  <a:pt x="6295001" y="4198984"/>
                </a:cubicBezTo>
                <a:cubicBezTo>
                  <a:pt x="5534800" y="4198984"/>
                  <a:pt x="4918536" y="4815248"/>
                  <a:pt x="4918536" y="5575449"/>
                </a:cubicBezTo>
                <a:cubicBezTo>
                  <a:pt x="4918536" y="6145600"/>
                  <a:pt x="5265184" y="6634786"/>
                  <a:pt x="5759219" y="6843745"/>
                </a:cubicBezTo>
                <a:lnTo>
                  <a:pt x="5798167" y="6858000"/>
                </a:lnTo>
                <a:lnTo>
                  <a:pt x="131098" y="6858000"/>
                </a:lnTo>
                <a:lnTo>
                  <a:pt x="127892" y="6844111"/>
                </a:lnTo>
                <a:cubicBezTo>
                  <a:pt x="44037" y="6434322"/>
                  <a:pt x="0" y="6010028"/>
                  <a:pt x="0" y="5575449"/>
                </a:cubicBezTo>
                <a:cubicBezTo>
                  <a:pt x="0" y="3185264"/>
                  <a:pt x="1332119" y="1106212"/>
                  <a:pt x="3294430" y="40221"/>
                </a:cubicBezTo>
                <a:lnTo>
                  <a:pt x="3372960" y="0"/>
                </a:lnTo>
                <a:close/>
              </a:path>
            </a:pathLst>
          </a:custGeom>
          <a:gradFill>
            <a:gsLst>
              <a:gs pos="0">
                <a:schemeClr val="accent1">
                  <a:alpha val="5000"/>
                </a:schemeClr>
              </a:gs>
              <a:gs pos="100000">
                <a:schemeClr val="accent1">
                  <a:alpha val="50000"/>
                </a:schemeClr>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pic>
        <p:nvPicPr>
          <p:cNvPr id="2" name="图片 1" descr="/data/temp/54ff3d4f-3098-11f0-bd75-ae5b8d3c962e.PNG54ff3d4f-3098-11f0-bd75-ae5b8d3c962e"/>
          <p:cNvPicPr>
            <a:picLocks noChangeAspect="1"/>
          </p:cNvPicPr>
          <p:nvPr>
            <p:custDataLst>
              <p:tags r:id="rId2"/>
            </p:custDataLst>
          </p:nvPr>
        </p:nvPicPr>
        <p:blipFill rotWithShape="1">
          <a:blip r:embed="rId3"/>
          <a:srcRect l="24245" r="24245"/>
          <a:stretch>
            <a:fillRect/>
          </a:stretch>
        </p:blipFill>
        <p:spPr>
          <a:xfrm>
            <a:off x="5585927" y="0"/>
            <a:ext cx="6606075" cy="6858000"/>
          </a:xfrm>
          <a:custGeom>
            <a:avLst/>
            <a:gdLst>
              <a:gd name="connsiteX0" fmla="*/ 4692578 w 6606075"/>
              <a:gd name="connsiteY0" fmla="*/ 0 h 6858000"/>
              <a:gd name="connsiteX1" fmla="*/ 6606075 w 6606075"/>
              <a:gd name="connsiteY1" fmla="*/ 0 h 6858000"/>
              <a:gd name="connsiteX2" fmla="*/ 6606075 w 6606075"/>
              <a:gd name="connsiteY2" fmla="*/ 4238722 h 6858000"/>
              <a:gd name="connsiteX3" fmla="*/ 6486982 w 6606075"/>
              <a:gd name="connsiteY3" fmla="*/ 4220546 h 6858000"/>
              <a:gd name="connsiteX4" fmla="*/ 6295001 w 6606075"/>
              <a:gd name="connsiteY4" fmla="*/ 4210852 h 6858000"/>
              <a:gd name="connsiteX5" fmla="*/ 4417328 w 6606075"/>
              <a:gd name="connsiteY5" fmla="*/ 6088525 h 6858000"/>
              <a:gd name="connsiteX6" fmla="*/ 4564885 w 6606075"/>
              <a:gd name="connsiteY6" fmla="*/ 6819400 h 6858000"/>
              <a:gd name="connsiteX7" fmla="*/ 4583480 w 6606075"/>
              <a:gd name="connsiteY7" fmla="*/ 6858000 h 6858000"/>
              <a:gd name="connsiteX8" fmla="*/ 48492 w 6606075"/>
              <a:gd name="connsiteY8" fmla="*/ 6858000 h 6858000"/>
              <a:gd name="connsiteX9" fmla="*/ 32500 w 6606075"/>
              <a:gd name="connsiteY9" fmla="*/ 6732152 h 6858000"/>
              <a:gd name="connsiteX10" fmla="*/ 0 w 6606075"/>
              <a:gd name="connsiteY10" fmla="*/ 6088525 h 6858000"/>
              <a:gd name="connsiteX11" fmla="*/ 4423060 w 6606075"/>
              <a:gd name="connsiteY11" fmla="*/ 765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06075" h="6858000">
                <a:moveTo>
                  <a:pt x="4692578" y="0"/>
                </a:moveTo>
                <a:lnTo>
                  <a:pt x="6606075" y="0"/>
                </a:lnTo>
                <a:lnTo>
                  <a:pt x="6606075" y="4238722"/>
                </a:lnTo>
                <a:lnTo>
                  <a:pt x="6486982" y="4220546"/>
                </a:lnTo>
                <a:cubicBezTo>
                  <a:pt x="6423860" y="4214136"/>
                  <a:pt x="6359814" y="4210852"/>
                  <a:pt x="6295001" y="4210852"/>
                </a:cubicBezTo>
                <a:cubicBezTo>
                  <a:pt x="5257991" y="4210852"/>
                  <a:pt x="4417328" y="5051515"/>
                  <a:pt x="4417328" y="6088525"/>
                </a:cubicBezTo>
                <a:cubicBezTo>
                  <a:pt x="4417328" y="6347777"/>
                  <a:pt x="4469869" y="6594758"/>
                  <a:pt x="4564885" y="6819400"/>
                </a:cubicBezTo>
                <a:lnTo>
                  <a:pt x="4583480" y="6858000"/>
                </a:lnTo>
                <a:lnTo>
                  <a:pt x="48492" y="6858000"/>
                </a:lnTo>
                <a:lnTo>
                  <a:pt x="32500" y="6732152"/>
                </a:lnTo>
                <a:cubicBezTo>
                  <a:pt x="11009" y="6520533"/>
                  <a:pt x="0" y="6305814"/>
                  <a:pt x="0" y="6088525"/>
                </a:cubicBezTo>
                <a:cubicBezTo>
                  <a:pt x="0" y="3263761"/>
                  <a:pt x="1860563" y="873554"/>
                  <a:pt x="4423060" y="76535"/>
                </a:cubicBezTo>
                <a:close/>
              </a:path>
            </a:pathLst>
          </a:custGeom>
          <a:solidFill>
            <a:schemeClr val="accent1"/>
          </a:solidFill>
          <a:ln w="9525" cap="flat" cmpd="sng" algn="ctr">
            <a:solidFill>
              <a:schemeClr val="dk1">
                <a:lumMod val="40000"/>
                <a:lumOff val="60000"/>
                <a:alpha val="25000"/>
              </a:schemeClr>
            </a:solidFill>
            <a:prstDash val="solid"/>
            <a:round/>
            <a:headEnd type="none" w="med" len="med"/>
            <a:tailEnd type="none" w="med" len="med"/>
          </a:ln>
        </p:spPr>
      </p:pic>
      <p:sp>
        <p:nvSpPr>
          <p:cNvPr id="4" name="矩形 3"/>
          <p:cNvSpPr/>
          <p:nvPr>
            <p:custDataLst>
              <p:tags r:id="rId4"/>
            </p:custDataLst>
          </p:nvPr>
        </p:nvSpPr>
        <p:spPr>
          <a:xfrm>
            <a:off x="679134" y="2750467"/>
            <a:ext cx="4320000" cy="3042723"/>
          </a:xfrm>
          <a:prstGeom prst="rect">
            <a:avLst/>
          </a:prstGeom>
          <a:noFill/>
        </p:spPr>
        <p:txBody>
          <a:bodyPr wrap="square" lIns="0" tIns="0" rIns="0" bIns="0" rtlCol="0" anchor="t">
            <a:normAutofit/>
          </a:bodyPr>
          <a:lstStyle/>
          <a:p>
            <a:pP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短视频内容集中于游戏、影视、动漫和日常分享，展现平台多样性</a:t>
            </a:r>
            <a:endParaRPr lang="zh-CN" altLang="en-US" sz="1600" dirty="0">
              <a:ln>
                <a:noFill/>
                <a:prstDash val="sysDot"/>
              </a:ln>
              <a:solidFill>
                <a:schemeClr val="tx1">
                  <a:lumMod val="85000"/>
                  <a:lumOff val="15000"/>
                </a:schemeClr>
              </a:solidFill>
              <a:latin typeface="+mn-ea"/>
              <a:cs typeface="+mn-ea"/>
            </a:endParaRPr>
          </a:p>
        </p:txBody>
      </p:sp>
      <p:sp>
        <p:nvSpPr>
          <p:cNvPr id="5" name="矩形 4"/>
          <p:cNvSpPr/>
          <p:nvPr>
            <p:custDataLst>
              <p:tags r:id="rId5"/>
            </p:custDataLst>
          </p:nvPr>
        </p:nvSpPr>
        <p:spPr>
          <a:xfrm>
            <a:off x="679450" y="2165350"/>
            <a:ext cx="4319905" cy="443230"/>
          </a:xfrm>
          <a:prstGeom prst="rect">
            <a:avLst/>
          </a:prstGeom>
          <a:noFill/>
        </p:spPr>
        <p:txBody>
          <a:bodyPr wrap="square" lIns="0" tIns="0" rIns="0" bIns="0" rtlCol="0" anchor="b" anchorCtr="0">
            <a:normAutofit/>
          </a:bodyPr>
          <a:lstStyle/>
          <a:p>
            <a:pPr>
              <a:spcBef>
                <a:spcPct val="0"/>
              </a:spcBef>
              <a:spcAft>
                <a:spcPct val="0"/>
              </a:spcAft>
            </a:pPr>
            <a:r>
              <a:rPr lang="zh-CN" altLang="en-US" sz="2400" b="1" dirty="0">
                <a:solidFill>
                  <a:schemeClr val="accent1"/>
                </a:solidFill>
                <a:latin typeface="+mn-ea"/>
                <a:cs typeface="+mn-ea"/>
              </a:rPr>
              <a:t>视频标签词云分析</a:t>
            </a:r>
            <a:endParaRPr lang="zh-CN" altLang="en-US" sz="2400" b="1" dirty="0">
              <a:solidFill>
                <a:schemeClr val="accent1"/>
              </a:solidFill>
              <a:latin typeface="+mn-ea"/>
              <a:cs typeface="+mn-ea"/>
            </a:endParaRPr>
          </a:p>
        </p:txBody>
      </p:sp>
      <p:sp>
        <p:nvSpPr>
          <p:cNvPr id="11" name="标题 10"/>
          <p:cNvSpPr>
            <a:spLocks noGrp="1"/>
          </p:cNvSpPr>
          <p:nvPr>
            <p:ph type="title"/>
            <p:custDataLst>
              <p:tags r:id="rId6"/>
            </p:custDataLst>
          </p:nvPr>
        </p:nvSpPr>
        <p:spPr/>
        <p:txBody>
          <a:bodyPr vert="horz" wrap="square" lIns="0" tIns="0" rIns="0" bIns="0" rtlCol="0" anchor="b">
            <a:normAutofit/>
          </a:bodyPr>
          <a:lstStyle/>
          <a:p>
            <a:pPr lvl="0" algn="l">
              <a:buClrTx/>
              <a:buSzTx/>
              <a:buFontTx/>
            </a:pPr>
            <a:r>
              <a:rPr lang="zh-CN" altLang="en-US" dirty="0">
                <a:sym typeface="+mn-ea"/>
              </a:rPr>
              <a:t>实验环境与数据集：数据集介绍</a:t>
            </a:r>
            <a:endParaRPr lang="zh-CN" altLang="en-US" dirty="0">
              <a:sym typeface="+mn-ea"/>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实验环境与数据集：数据预处理流程</a:t>
            </a:r>
            <a:endParaRPr lang="zh-CN" altLang="en-US" dirty="0">
              <a:sym typeface="+mn-ea"/>
            </a:endParaRPr>
          </a:p>
        </p:txBody>
      </p:sp>
      <p:sp>
        <p:nvSpPr>
          <p:cNvPr id="3" name="矩形: 圆角 2"/>
          <p:cNvSpPr/>
          <p:nvPr>
            <p:custDataLst>
              <p:tags r:id="rId2"/>
            </p:custDataLst>
          </p:nvPr>
        </p:nvSpPr>
        <p:spPr>
          <a:xfrm>
            <a:off x="696595"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4" name="矩形 3"/>
          <p:cNvSpPr/>
          <p:nvPr>
            <p:custDataLst>
              <p:tags r:id="rId3"/>
            </p:custDataLst>
          </p:nvPr>
        </p:nvSpPr>
        <p:spPr>
          <a:xfrm>
            <a:off x="961406" y="3647752"/>
            <a:ext cx="2702719" cy="1605374"/>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对MicroLens-100K数据集进行预处理，按时间戳排序并用滑动窗口构建训练序列</a:t>
            </a:r>
            <a:endParaRPr lang="zh-CN" altLang="en-US" sz="1600" dirty="0">
              <a:solidFill>
                <a:schemeClr val="tx1">
                  <a:lumMod val="85000"/>
                  <a:lumOff val="15000"/>
                </a:schemeClr>
              </a:solidFill>
              <a:latin typeface="+mn-ea"/>
              <a:cs typeface="+mn-ea"/>
            </a:endParaRPr>
          </a:p>
        </p:txBody>
      </p:sp>
      <p:sp>
        <p:nvSpPr>
          <p:cNvPr id="10" name="圆角矩形 9"/>
          <p:cNvSpPr/>
          <p:nvPr>
            <p:custDataLst>
              <p:tags r:id="rId4"/>
            </p:custDataLst>
          </p:nvPr>
        </p:nvSpPr>
        <p:spPr>
          <a:xfrm>
            <a:off x="961406"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01</a:t>
            </a:r>
            <a:endParaRPr lang="en-US" altLang="zh-CN" sz="2000" b="1" dirty="0">
              <a:solidFill>
                <a:srgbClr val="FFFFFF"/>
              </a:solidFill>
              <a:latin typeface="+mn-ea"/>
              <a:cs typeface="+mn-ea"/>
              <a:sym typeface="+mn-ea"/>
            </a:endParaRPr>
          </a:p>
        </p:txBody>
      </p:sp>
      <p:sp>
        <p:nvSpPr>
          <p:cNvPr id="11" name="矩形 10"/>
          <p:cNvSpPr/>
          <p:nvPr>
            <p:custDataLst>
              <p:tags r:id="rId5"/>
            </p:custDataLst>
          </p:nvPr>
        </p:nvSpPr>
        <p:spPr>
          <a:xfrm>
            <a:off x="964581" y="2832999"/>
            <a:ext cx="2703989" cy="455322"/>
          </a:xfrm>
          <a:prstGeom prst="rect">
            <a:avLst/>
          </a:prstGeom>
          <a:noFill/>
        </p:spPr>
        <p:txBody>
          <a:bodyPr wrap="square" lIns="0" tIns="0" rIns="0" bIns="0" rtlCol="0" anchor="ctr" anchorCtr="0">
            <a:normAutofit/>
          </a:bodyPr>
          <a:p>
            <a:pPr>
              <a:spcBef>
                <a:spcPct val="0"/>
              </a:spcBef>
              <a:spcAft>
                <a:spcPct val="0"/>
              </a:spcAft>
            </a:pPr>
            <a:r>
              <a:rPr lang="zh-CN" altLang="en-US" b="1">
                <a:solidFill>
                  <a:schemeClr val="accent1"/>
                </a:solidFill>
                <a:latin typeface="+mn-ea"/>
                <a:cs typeface="+mn-ea"/>
              </a:rPr>
              <a:t>数据预处理与序列构建</a:t>
            </a:r>
            <a:endParaRPr lang="zh-CN" altLang="en-US" b="1">
              <a:solidFill>
                <a:schemeClr val="accent1"/>
              </a:solidFill>
              <a:latin typeface="+mn-ea"/>
              <a:cs typeface="+mn-ea"/>
            </a:endParaRPr>
          </a:p>
        </p:txBody>
      </p:sp>
      <p:sp>
        <p:nvSpPr>
          <p:cNvPr id="12" name="矩形: 圆角 2"/>
          <p:cNvSpPr/>
          <p:nvPr>
            <p:custDataLst>
              <p:tags r:id="rId6"/>
            </p:custDataLst>
          </p:nvPr>
        </p:nvSpPr>
        <p:spPr>
          <a:xfrm>
            <a:off x="4481418"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3" name="矩形 12"/>
          <p:cNvSpPr/>
          <p:nvPr>
            <p:custDataLst>
              <p:tags r:id="rId7"/>
            </p:custDataLst>
          </p:nvPr>
        </p:nvSpPr>
        <p:spPr>
          <a:xfrm>
            <a:off x="4746228" y="3652832"/>
            <a:ext cx="2702719" cy="1605374"/>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对每个正样本随机采样20个未交互视频为负样本，采用流行度偏差调整采样概率</a:t>
            </a:r>
            <a:endParaRPr lang="zh-CN" altLang="en-US" sz="1600" dirty="0">
              <a:solidFill>
                <a:schemeClr val="tx1">
                  <a:lumMod val="85000"/>
                  <a:lumOff val="15000"/>
                </a:schemeClr>
              </a:solidFill>
              <a:latin typeface="+mn-ea"/>
              <a:cs typeface="+mn-ea"/>
            </a:endParaRPr>
          </a:p>
        </p:txBody>
      </p:sp>
      <p:sp>
        <p:nvSpPr>
          <p:cNvPr id="14" name="圆角矩形 13"/>
          <p:cNvSpPr/>
          <p:nvPr>
            <p:custDataLst>
              <p:tags r:id="rId8"/>
            </p:custDataLst>
          </p:nvPr>
        </p:nvSpPr>
        <p:spPr>
          <a:xfrm>
            <a:off x="4746228" y="1977603"/>
            <a:ext cx="694096" cy="680125"/>
          </a:xfrm>
          <a:prstGeom prst="roundRect">
            <a:avLst>
              <a:gd name="adj" fmla="val 0"/>
            </a:avLst>
          </a:prstGeom>
          <a:solidFill>
            <a:schemeClr val="accent2"/>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rmAutofit/>
          </a:bodyPr>
          <a:p>
            <a:pPr algn="ctr">
              <a:spcBef>
                <a:spcPct val="0"/>
              </a:spcBef>
              <a:spcAft>
                <a:spcPct val="0"/>
              </a:spcAft>
            </a:pPr>
            <a:r>
              <a:rPr lang="en-US" altLang="zh-CN" sz="2000" b="1">
                <a:solidFill>
                  <a:srgbClr val="FFFFFF"/>
                </a:solidFill>
                <a:latin typeface="+mn-ea"/>
                <a:cs typeface="+mn-ea"/>
                <a:sym typeface="+mn-ea"/>
              </a:rPr>
              <a:t>02</a:t>
            </a:r>
            <a:endParaRPr lang="en-US" altLang="zh-CN" sz="2000" b="1" dirty="0">
              <a:solidFill>
                <a:srgbClr val="FFFFFF"/>
              </a:solidFill>
              <a:latin typeface="+mn-ea"/>
              <a:cs typeface="+mn-ea"/>
              <a:sym typeface="+mn-ea"/>
            </a:endParaRPr>
          </a:p>
        </p:txBody>
      </p:sp>
      <p:sp>
        <p:nvSpPr>
          <p:cNvPr id="15" name="矩形 14"/>
          <p:cNvSpPr/>
          <p:nvPr>
            <p:custDataLst>
              <p:tags r:id="rId9"/>
            </p:custDataLst>
          </p:nvPr>
        </p:nvSpPr>
        <p:spPr>
          <a:xfrm>
            <a:off x="4751944" y="2845064"/>
            <a:ext cx="2703989" cy="443256"/>
          </a:xfrm>
          <a:prstGeom prst="rect">
            <a:avLst/>
          </a:prstGeom>
          <a:noFill/>
        </p:spPr>
        <p:txBody>
          <a:bodyPr wrap="square" lIns="0" tIns="0" rIns="0" bIns="0" rtlCol="0" anchor="ctr" anchorCtr="0">
            <a:normAutofit/>
          </a:bodyPr>
          <a:p>
            <a:pPr>
              <a:spcBef>
                <a:spcPct val="0"/>
              </a:spcBef>
              <a:spcAft>
                <a:spcPct val="0"/>
              </a:spcAft>
            </a:pPr>
            <a:r>
              <a:rPr lang="zh-CN" altLang="en-US" b="1">
                <a:solidFill>
                  <a:schemeClr val="accent2"/>
                </a:solidFill>
                <a:latin typeface="+mn-ea"/>
                <a:cs typeface="+mn-ea"/>
              </a:rPr>
              <a:t>正负样本采样与偏差调整</a:t>
            </a:r>
            <a:endParaRPr lang="zh-CN" altLang="en-US" b="1">
              <a:solidFill>
                <a:schemeClr val="accent2"/>
              </a:solidFill>
              <a:latin typeface="+mn-ea"/>
              <a:cs typeface="+mn-ea"/>
            </a:endParaRPr>
          </a:p>
        </p:txBody>
      </p:sp>
      <p:sp>
        <p:nvSpPr>
          <p:cNvPr id="63" name="矩形: 圆角 2"/>
          <p:cNvSpPr/>
          <p:nvPr>
            <p:custDataLst>
              <p:tags r:id="rId10"/>
            </p:custDataLst>
          </p:nvPr>
        </p:nvSpPr>
        <p:spPr>
          <a:xfrm>
            <a:off x="8266240"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6" name="矩形 15"/>
          <p:cNvSpPr/>
          <p:nvPr>
            <p:custDataLst>
              <p:tags r:id="rId11"/>
            </p:custDataLst>
          </p:nvPr>
        </p:nvSpPr>
        <p:spPr>
          <a:xfrm>
            <a:off x="8531051" y="3647752"/>
            <a:ext cx="2702719" cy="1605374"/>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使用多模态特征，</a:t>
            </a:r>
            <a:r>
              <a:rPr lang="zh-CN" altLang="en-US" sz="1600" dirty="0">
                <a:solidFill>
                  <a:schemeClr val="tx1">
                    <a:lumMod val="85000"/>
                    <a:lumOff val="15000"/>
                  </a:schemeClr>
                </a:solidFill>
                <a:latin typeface="+mn-ea"/>
                <a:cs typeface="+mn-ea"/>
              </a:rPr>
              <a:t>并且按7:0.5:2.5比例及时间顺序划分数据集</a:t>
            </a:r>
            <a:endParaRPr lang="zh-CN" altLang="en-US" sz="1600" dirty="0">
              <a:solidFill>
                <a:schemeClr val="tx1">
                  <a:lumMod val="85000"/>
                  <a:lumOff val="15000"/>
                </a:schemeClr>
              </a:solidFill>
              <a:latin typeface="+mn-ea"/>
              <a:cs typeface="+mn-ea"/>
            </a:endParaRPr>
          </a:p>
        </p:txBody>
      </p:sp>
      <p:sp>
        <p:nvSpPr>
          <p:cNvPr id="65" name="圆角矩形 64"/>
          <p:cNvSpPr/>
          <p:nvPr>
            <p:custDataLst>
              <p:tags r:id="rId12"/>
            </p:custDataLst>
          </p:nvPr>
        </p:nvSpPr>
        <p:spPr>
          <a:xfrm>
            <a:off x="8531051" y="1977603"/>
            <a:ext cx="694096" cy="680125"/>
          </a:xfrm>
          <a:prstGeom prst="roundRect">
            <a:avLst>
              <a:gd name="adj" fmla="val 0"/>
            </a:avLst>
          </a:prstGeom>
          <a:solidFill>
            <a:schemeClr val="accent3"/>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rmAutofit/>
          </a:bodyPr>
          <a:p>
            <a:pPr algn="ctr">
              <a:spcBef>
                <a:spcPct val="0"/>
              </a:spcBef>
              <a:spcAft>
                <a:spcPct val="0"/>
              </a:spcAft>
            </a:pPr>
            <a:r>
              <a:rPr lang="en-US" altLang="zh-CN" sz="2000" b="1" dirty="0">
                <a:solidFill>
                  <a:srgbClr val="FFFFFF"/>
                </a:solidFill>
                <a:latin typeface="+mn-ea"/>
                <a:cs typeface="+mn-ea"/>
                <a:sym typeface="+mn-ea"/>
              </a:rPr>
              <a:t>03</a:t>
            </a:r>
            <a:endParaRPr lang="en-US" altLang="zh-CN" sz="2000" b="1" dirty="0">
              <a:solidFill>
                <a:srgbClr val="FFFFFF"/>
              </a:solidFill>
              <a:latin typeface="+mn-ea"/>
              <a:cs typeface="+mn-ea"/>
              <a:sym typeface="+mn-ea"/>
            </a:endParaRPr>
          </a:p>
        </p:txBody>
      </p:sp>
      <p:cxnSp>
        <p:nvCxnSpPr>
          <p:cNvPr id="17" name="直接连接符 16"/>
          <p:cNvCxnSpPr/>
          <p:nvPr>
            <p:custDataLst>
              <p:tags r:id="rId13"/>
            </p:custDataLst>
          </p:nvPr>
        </p:nvCxnSpPr>
        <p:spPr>
          <a:xfrm flipV="1">
            <a:off x="882026"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4"/>
            </p:custDataLst>
          </p:nvPr>
        </p:nvCxnSpPr>
        <p:spPr>
          <a:xfrm>
            <a:off x="4666849" y="3452160"/>
            <a:ext cx="2844332" cy="0"/>
          </a:xfrm>
          <a:prstGeom prst="line">
            <a:avLst/>
          </a:prstGeom>
          <a:ln w="22225">
            <a:solidFill>
              <a:schemeClr val="accent2">
                <a:alpha val="50000"/>
              </a:schemeClr>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p:nvPr>
            <p:custDataLst>
              <p:tags r:id="rId15"/>
            </p:custDataLst>
          </p:nvPr>
        </p:nvCxnSpPr>
        <p:spPr>
          <a:xfrm flipV="1">
            <a:off x="8451671" y="3452160"/>
            <a:ext cx="2844332" cy="0"/>
          </a:xfrm>
          <a:prstGeom prst="line">
            <a:avLst/>
          </a:prstGeom>
          <a:ln w="22225">
            <a:solidFill>
              <a:schemeClr val="accent3">
                <a:alpha val="50000"/>
              </a:scheme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6"/>
            </p:custDataLst>
          </p:nvPr>
        </p:nvSpPr>
        <p:spPr>
          <a:xfrm>
            <a:off x="8531051" y="2850145"/>
            <a:ext cx="2703989" cy="443256"/>
          </a:xfrm>
          <a:prstGeom prst="rect">
            <a:avLst/>
          </a:prstGeom>
          <a:noFill/>
        </p:spPr>
        <p:txBody>
          <a:bodyPr wrap="square" lIns="0" tIns="0" rIns="0" bIns="0" rtlCol="0" anchor="ctr" anchorCtr="0">
            <a:normAutofit/>
          </a:bodyPr>
          <a:p>
            <a:pPr>
              <a:spcBef>
                <a:spcPct val="0"/>
              </a:spcBef>
              <a:spcAft>
                <a:spcPct val="0"/>
              </a:spcAft>
            </a:pPr>
            <a:r>
              <a:rPr lang="zh-CN" altLang="en-US" b="1" dirty="0">
                <a:solidFill>
                  <a:schemeClr val="accent3"/>
                </a:solidFill>
                <a:latin typeface="+mn-ea"/>
                <a:cs typeface="+mn-ea"/>
              </a:rPr>
              <a:t>多模态特征与数据划分</a:t>
            </a:r>
            <a:endParaRPr lang="zh-CN" altLang="en-US" b="1" dirty="0">
              <a:solidFill>
                <a:schemeClr val="accent3"/>
              </a:solidFill>
              <a:latin typeface="+mn-ea"/>
              <a:cs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data/temp/56f72cd5-3098-11f0-9214-7e0c63d9a9b2.jpg@base@tag=imgScale&amp;m=1&amp;w=1742&amp;h=1903&amp;q=9556f72cd5-3098-11f0-9214-7e0c63d9a9b2"/>
          <p:cNvPicPr>
            <a:picLocks noChangeAspect="1"/>
          </p:cNvPicPr>
          <p:nvPr>
            <p:custDataLst>
              <p:tags r:id="rId1"/>
            </p:custDataLst>
          </p:nvPr>
        </p:nvPicPr>
        <p:blipFill>
          <a:blip r:embed="rId2"/>
          <a:srcRect l="13382" r="13382"/>
          <a:stretch>
            <a:fillRect/>
          </a:stretch>
        </p:blipFill>
        <p:spPr>
          <a:xfrm>
            <a:off x="5920740" y="0"/>
            <a:ext cx="6277610" cy="6857365"/>
          </a:xfrm>
          <a:custGeom>
            <a:avLst/>
            <a:gdLst/>
            <a:ahLst/>
            <a:cxnLst>
              <a:cxn ang="3">
                <a:pos x="hc" y="t"/>
              </a:cxn>
              <a:cxn ang="cd2">
                <a:pos x="l" y="vc"/>
              </a:cxn>
              <a:cxn ang="cd4">
                <a:pos x="hc" y="b"/>
              </a:cxn>
              <a:cxn ang="0">
                <a:pos x="r" y="vc"/>
              </a:cxn>
            </a:cxnLst>
            <a:rect l="l" t="t" r="r" b="b"/>
            <a:pathLst>
              <a:path w="9886" h="10799">
                <a:moveTo>
                  <a:pt x="2361" y="0"/>
                </a:moveTo>
                <a:lnTo>
                  <a:pt x="9886" y="0"/>
                </a:lnTo>
                <a:lnTo>
                  <a:pt x="9886" y="10799"/>
                </a:lnTo>
                <a:lnTo>
                  <a:pt x="2232" y="10798"/>
                </a:lnTo>
                <a:lnTo>
                  <a:pt x="0" y="5399"/>
                </a:lnTo>
                <a:lnTo>
                  <a:pt x="2361" y="0"/>
                </a:lnTo>
                <a:close/>
              </a:path>
            </a:pathLst>
          </a:custGeom>
          <a:solidFill>
            <a:schemeClr val="accent1"/>
          </a:solidFill>
          <a:ln>
            <a:solidFill>
              <a:schemeClr val="accent1">
                <a:alpha val="20000"/>
              </a:schemeClr>
            </a:solidFill>
          </a:ln>
        </p:spPr>
      </p:pic>
      <p:sp>
        <p:nvSpPr>
          <p:cNvPr id="6" name="图形 4"/>
          <p:cNvSpPr/>
          <p:nvPr>
            <p:custDataLst>
              <p:tags r:id="rId3"/>
            </p:custDataLst>
          </p:nvPr>
        </p:nvSpPr>
        <p:spPr>
          <a:xfrm rot="10800000">
            <a:off x="5753735" y="0"/>
            <a:ext cx="1983740" cy="6858635"/>
          </a:xfrm>
          <a:custGeom>
            <a:avLst/>
            <a:gdLst>
              <a:gd name="connsiteX0" fmla="*/ 0 w 4532499"/>
              <a:gd name="connsiteY0" fmla="*/ 0 h 6847690"/>
              <a:gd name="connsiteX1" fmla="*/ 1343436 w 4532499"/>
              <a:gd name="connsiteY1" fmla="*/ 0 h 6847690"/>
              <a:gd name="connsiteX2" fmla="*/ 4532500 w 4532499"/>
              <a:gd name="connsiteY2" fmla="*/ 3423846 h 6847690"/>
              <a:gd name="connsiteX3" fmla="*/ 1343436 w 4532499"/>
              <a:gd name="connsiteY3" fmla="*/ 6847691 h 6847690"/>
              <a:gd name="connsiteX4" fmla="*/ 0 w 4532499"/>
              <a:gd name="connsiteY4" fmla="*/ 6847691 h 6847690"/>
              <a:gd name="connsiteX5" fmla="*/ 3205041 w 4532499"/>
              <a:gd name="connsiteY5" fmla="*/ 3423846 h 684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2499" h="6847690">
                <a:moveTo>
                  <a:pt x="0" y="0"/>
                </a:moveTo>
                <a:lnTo>
                  <a:pt x="1343436" y="0"/>
                </a:lnTo>
                <a:lnTo>
                  <a:pt x="4532500" y="3423846"/>
                </a:lnTo>
                <a:lnTo>
                  <a:pt x="1343436" y="6847691"/>
                </a:lnTo>
                <a:lnTo>
                  <a:pt x="0" y="6847691"/>
                </a:lnTo>
                <a:lnTo>
                  <a:pt x="3205041" y="3423846"/>
                </a:lnTo>
                <a:close/>
              </a:path>
            </a:pathLst>
          </a:custGeom>
          <a:gradFill>
            <a:gsLst>
              <a:gs pos="0">
                <a:schemeClr val="accent1">
                  <a:lumMod val="75000"/>
                </a:schemeClr>
              </a:gs>
              <a:gs pos="100000">
                <a:schemeClr val="accent1">
                  <a:lumMod val="60000"/>
                  <a:lumOff val="40000"/>
                </a:schemeClr>
              </a:gs>
            </a:gsLst>
            <a:lin ang="5400000" scaled="1"/>
          </a:gradFill>
          <a:ln w="16801" cap="flat">
            <a:noFill/>
            <a:prstDash val="solid"/>
            <a:miter/>
          </a:ln>
        </p:spPr>
        <p:txBody>
          <a:bodyPr rtlCol="0" anchor="ctr"/>
          <a:lstStyle/>
          <a:p>
            <a:endParaRPr lang="zh-CN" altLang="en-US" dirty="0">
              <a:solidFill>
                <a:schemeClr val="accent6"/>
              </a:solidFill>
            </a:endParaRPr>
          </a:p>
        </p:txBody>
      </p:sp>
      <p:sp>
        <p:nvSpPr>
          <p:cNvPr id="7" name="任意多边形: 形状 6"/>
          <p:cNvSpPr/>
          <p:nvPr>
            <p:custDataLst>
              <p:tags r:id="rId4"/>
            </p:custDataLst>
          </p:nvPr>
        </p:nvSpPr>
        <p:spPr>
          <a:xfrm>
            <a:off x="5519420" y="-635"/>
            <a:ext cx="1508125" cy="6858635"/>
          </a:xfrm>
          <a:custGeom>
            <a:avLst/>
            <a:gdLst>
              <a:gd name="connsiteX0" fmla="*/ 1410247 w 1508125"/>
              <a:gd name="connsiteY0" fmla="*/ 0 h 6858635"/>
              <a:gd name="connsiteX1" fmla="*/ 1508125 w 1508125"/>
              <a:gd name="connsiteY1" fmla="*/ 0 h 6858635"/>
              <a:gd name="connsiteX2" fmla="*/ 109273 w 1508125"/>
              <a:gd name="connsiteY2" fmla="*/ 3441458 h 6858635"/>
              <a:gd name="connsiteX3" fmla="*/ 108509 w 1508125"/>
              <a:gd name="connsiteY3" fmla="*/ 3441471 h 6858635"/>
              <a:gd name="connsiteX4" fmla="*/ 1493656 w 1508125"/>
              <a:gd name="connsiteY4" fmla="*/ 6858635 h 6858635"/>
              <a:gd name="connsiteX5" fmla="*/ 1400449 w 1508125"/>
              <a:gd name="connsiteY5" fmla="*/ 6858635 h 6858635"/>
              <a:gd name="connsiteX6" fmla="*/ 1881 w 1508125"/>
              <a:gd name="connsiteY6" fmla="*/ 3443337 h 6858635"/>
              <a:gd name="connsiteX7" fmla="*/ 0 w 1508125"/>
              <a:gd name="connsiteY7" fmla="*/ 3443370 h 6858635"/>
              <a:gd name="connsiteX8" fmla="*/ 1410247 w 1508125"/>
              <a:gd name="connsiteY8" fmla="*/ 0 h 6858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125" h="6858635">
                <a:moveTo>
                  <a:pt x="1410247" y="0"/>
                </a:moveTo>
                <a:lnTo>
                  <a:pt x="1508125" y="0"/>
                </a:lnTo>
                <a:lnTo>
                  <a:pt x="109273" y="3441458"/>
                </a:lnTo>
                <a:lnTo>
                  <a:pt x="108509" y="3441471"/>
                </a:lnTo>
                <a:lnTo>
                  <a:pt x="1493656" y="6858635"/>
                </a:lnTo>
                <a:lnTo>
                  <a:pt x="1400449" y="6858635"/>
                </a:lnTo>
                <a:lnTo>
                  <a:pt x="1881" y="3443337"/>
                </a:lnTo>
                <a:lnTo>
                  <a:pt x="0" y="3443370"/>
                </a:lnTo>
                <a:lnTo>
                  <a:pt x="141024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10" name="矩形 9"/>
          <p:cNvSpPr/>
          <p:nvPr>
            <p:custDataLst>
              <p:tags r:id="rId5"/>
            </p:custDataLst>
          </p:nvPr>
        </p:nvSpPr>
        <p:spPr>
          <a:xfrm>
            <a:off x="695325" y="1866900"/>
            <a:ext cx="4596130" cy="1097280"/>
          </a:xfrm>
          <a:prstGeom prst="rect">
            <a:avLst/>
          </a:prstGeom>
          <a:noFill/>
        </p:spPr>
        <p:txBody>
          <a:bodyPr wrap="square" lIns="0" tIns="0" rIns="0" bIns="0" rtlCol="0" anchor="t" anchorCtr="0">
            <a:normAutofit/>
          </a:bodyPr>
          <a:p>
            <a:pPr marL="0" algn="l" rtl="0" eaLnBrk="1" latinLnBrk="0" hangingPunct="1">
              <a:lnSpc>
                <a:spcPct val="150000"/>
              </a:lnSpc>
              <a:spcBef>
                <a:spcPts val="0"/>
              </a:spcBef>
              <a:spcAft>
                <a:spcPts val="0"/>
              </a:spcAft>
            </a:pPr>
            <a:r>
              <a:rPr lang="zh-CN" altLang="en-US" sz="1600" kern="0" dirty="0">
                <a:ln>
                  <a:noFill/>
                  <a:prstDash val="sysDot"/>
                </a:ln>
                <a:solidFill>
                  <a:schemeClr val="tx1">
                    <a:lumMod val="85000"/>
                    <a:lumOff val="15000"/>
                  </a:schemeClr>
                </a:solidFill>
                <a:latin typeface="+mn-ea"/>
                <a:sym typeface="+mn-ea"/>
              </a:rPr>
              <a:t>选择PopRec、GRU4Rec、SASRec和MMGCN作为基线模型</a:t>
            </a:r>
            <a:endParaRPr lang="zh-CN" altLang="en-US" sz="1600" kern="0" dirty="0">
              <a:ln>
                <a:noFill/>
                <a:prstDash val="sysDot"/>
              </a:ln>
              <a:solidFill>
                <a:schemeClr val="tx1">
                  <a:lumMod val="85000"/>
                  <a:lumOff val="15000"/>
                </a:schemeClr>
              </a:solidFill>
              <a:latin typeface="+mn-ea"/>
              <a:sym typeface="+mn-ea"/>
            </a:endParaRPr>
          </a:p>
        </p:txBody>
      </p:sp>
      <p:sp>
        <p:nvSpPr>
          <p:cNvPr id="11" name="圆角矩形 13"/>
          <p:cNvSpPr/>
          <p:nvPr>
            <p:custDataLst>
              <p:tags r:id="rId6"/>
            </p:custDataLst>
          </p:nvPr>
        </p:nvSpPr>
        <p:spPr>
          <a:xfrm>
            <a:off x="695712" y="1224515"/>
            <a:ext cx="1827836" cy="527735"/>
          </a:xfrm>
          <a:prstGeom prst="roundRect">
            <a:avLst>
              <a:gd name="adj" fmla="val 20150"/>
            </a:avLst>
          </a:prstGeom>
          <a:gradFill>
            <a:gsLst>
              <a:gs pos="0">
                <a:schemeClr val="accent1"/>
              </a:gs>
              <a:gs pos="100000">
                <a:schemeClr val="accent1">
                  <a:lumMod val="60000"/>
                  <a:lumOff val="40000"/>
                </a:schemeClr>
              </a:gs>
            </a:gsLst>
            <a:lin ang="0" scaled="0"/>
          </a:gradFill>
          <a:ln>
            <a:noFill/>
          </a:ln>
          <a:effectLst>
            <a:outerShdw blurRad="127000" dist="38100" dir="2700000" algn="tl" rotWithShape="0">
              <a:schemeClr val="accent1">
                <a:alpha val="25000"/>
              </a:scheme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rmAutofit/>
          </a:bodyPr>
          <a:p>
            <a:pPr algn="ctr">
              <a:spcBef>
                <a:spcPct val="0"/>
              </a:spcBef>
              <a:spcAft>
                <a:spcPct val="0"/>
              </a:spcAft>
            </a:pPr>
            <a:r>
              <a:rPr lang="zh-CN" altLang="en-US" sz="2000" b="1" dirty="0">
                <a:solidFill>
                  <a:schemeClr val="bg1"/>
                </a:solidFill>
                <a:uFillTx/>
                <a:latin typeface="+mn-ea"/>
                <a:cs typeface="+mn-ea"/>
                <a:sym typeface="+mn-ea"/>
              </a:rPr>
              <a:t>选择基线模型</a:t>
            </a:r>
            <a:endParaRPr lang="zh-CN" altLang="en-US" sz="2000" b="1" dirty="0">
              <a:solidFill>
                <a:schemeClr val="bg1"/>
              </a:solidFill>
              <a:uFillTx/>
              <a:latin typeface="+mn-ea"/>
              <a:cs typeface="+mn-ea"/>
              <a:sym typeface="+mn-ea"/>
            </a:endParaRPr>
          </a:p>
        </p:txBody>
      </p:sp>
      <p:sp>
        <p:nvSpPr>
          <p:cNvPr id="3" name="标题 2"/>
          <p:cNvSpPr>
            <a:spLocks noGrp="1"/>
          </p:cNvSpPr>
          <p:nvPr>
            <p:ph type="title"/>
            <p:custDataLst>
              <p:tags r:id="rId7"/>
            </p:custDataLst>
          </p:nvPr>
        </p:nvSpPr>
        <p:spPr/>
        <p:txBody>
          <a:bodyPr vert="horz" wrap="square" lIns="0" tIns="0" rIns="0" bIns="0" rtlCol="0" anchor="b" anchorCtr="0">
            <a:normAutofit/>
          </a:bodyPr>
          <a:lstStyle/>
          <a:p>
            <a:pPr lvl="0" algn="l">
              <a:buClrTx/>
              <a:buSzTx/>
              <a:buFontTx/>
            </a:pPr>
            <a:r>
              <a:rPr lang="zh-CN" altLang="en-US" dirty="0">
                <a:sym typeface="+mn-ea"/>
              </a:rPr>
              <a:t>实验设置：基线模型选择</a:t>
            </a:r>
            <a:endParaRPr lang="zh-CN" altLang="en-US" dirty="0">
              <a:sym typeface="+mn-ea"/>
            </a:endParaRPr>
          </a:p>
        </p:txBody>
      </p:sp>
      <p:sp>
        <p:nvSpPr>
          <p:cNvPr id="2" name="文本框 1"/>
          <p:cNvSpPr txBox="1"/>
          <p:nvPr/>
        </p:nvSpPr>
        <p:spPr>
          <a:xfrm>
            <a:off x="695325" y="2894330"/>
            <a:ext cx="4596130" cy="3415030"/>
          </a:xfrm>
          <a:prstGeom prst="rect">
            <a:avLst/>
          </a:prstGeom>
          <a:noFill/>
        </p:spPr>
        <p:txBody>
          <a:bodyPr wrap="square" rtlCol="0" anchor="t">
            <a:spAutoFit/>
          </a:bodyPr>
          <a:p>
            <a:pPr marL="228600" lvl="0">
              <a:buNone/>
            </a:pPr>
            <a:r>
              <a:rPr lang="zh-CN" altLang="en-US">
                <a:sym typeface="+mn-ea"/>
              </a:rPr>
              <a:t>模型对比详情</a:t>
            </a:r>
            <a:endParaRPr lang="zh-CN" altLang="en-US">
              <a:solidFill>
                <a:schemeClr val="tx1"/>
              </a:solidFill>
            </a:endParaRPr>
          </a:p>
          <a:p>
            <a:pPr marL="228600" lvl="0"/>
            <a:r>
              <a:rPr lang="zh-CN" altLang="en-US">
                <a:sym typeface="+mn-ea"/>
              </a:rPr>
              <a:t>实验设置</a:t>
            </a:r>
            <a:endParaRPr lang="zh-CN" altLang="en-US">
              <a:solidFill>
                <a:schemeClr val="tx1"/>
              </a:solidFill>
            </a:endParaRPr>
          </a:p>
          <a:p>
            <a:pPr marL="685800" lvl="1"/>
            <a:r>
              <a:rPr lang="zh-CN" altLang="en-US">
                <a:sym typeface="+mn-ea"/>
              </a:rPr>
              <a:t>基线模型包括PopRec、GRU4Rec、SASRec和MMGCN，分别代表统计模型、RNN、Transformer和GNN，覆盖序列感知、多模态等不同特性</a:t>
            </a:r>
            <a:endParaRPr lang="zh-CN" altLang="en-US">
              <a:solidFill>
                <a:schemeClr val="tx1"/>
              </a:solidFill>
            </a:endParaRPr>
          </a:p>
          <a:p>
            <a:pPr marL="228600" lvl="0"/>
            <a:r>
              <a:rPr lang="zh-CN" altLang="en-US">
                <a:sym typeface="+mn-ea"/>
              </a:rPr>
              <a:t>基线模型特性</a:t>
            </a:r>
            <a:endParaRPr lang="zh-CN" altLang="en-US">
              <a:solidFill>
                <a:schemeClr val="tx1"/>
              </a:solidFill>
            </a:endParaRPr>
          </a:p>
          <a:p>
            <a:pPr marL="685800" lvl="1"/>
            <a:r>
              <a:rPr lang="zh-CN" altLang="en-US">
                <a:sym typeface="+mn-ea"/>
              </a:rPr>
              <a:t>PopRec不感知序列和多模态，GRU4Rec和SASRec感知序列但不支持多模态，MMGCN支持多模态但不感知序列，损失函数分别为N/A、BCE、BPR和BCE</a:t>
            </a:r>
            <a:endParaRPr lang="zh-CN" altLang="en-US">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实验设置：训练与评估方法</a:t>
            </a:r>
            <a:endParaRPr lang="zh-CN" altLang="en-US" dirty="0">
              <a:sym typeface="+mn-ea"/>
            </a:endParaRPr>
          </a:p>
        </p:txBody>
      </p:sp>
      <p:sp>
        <p:nvSpPr>
          <p:cNvPr id="21" name="Union_#color_$accent1_$accent2-804&amp;11218"/>
          <p:cNvSpPr/>
          <p:nvPr>
            <p:custDataLst>
              <p:tags r:id="rId2"/>
            </p:custDataLst>
          </p:nvPr>
        </p:nvSpPr>
        <p:spPr>
          <a:xfrm>
            <a:off x="621030" y="1735455"/>
            <a:ext cx="5049520" cy="2959735"/>
          </a:xfrm>
          <a:custGeom>
            <a:avLst/>
            <a:gdLst/>
            <a:ahLst/>
            <a:cxnLst/>
            <a:rect l="l" t="t" r="r" b="b"/>
            <a:pathLst>
              <a:path w="4572000" h="2532888">
                <a:moveTo>
                  <a:pt x="256032" y="0"/>
                </a:moveTo>
                <a:cubicBezTo>
                  <a:pt x="109728" y="0"/>
                  <a:pt x="0" y="109728"/>
                  <a:pt x="0" y="256032"/>
                </a:cubicBezTo>
                <a:lnTo>
                  <a:pt x="0" y="2057400"/>
                </a:lnTo>
                <a:cubicBezTo>
                  <a:pt x="0" y="2194560"/>
                  <a:pt x="109728" y="2313432"/>
                  <a:pt x="256032" y="2313432"/>
                </a:cubicBezTo>
                <a:lnTo>
                  <a:pt x="649224" y="2313432"/>
                </a:lnTo>
                <a:lnTo>
                  <a:pt x="832104" y="2496312"/>
                </a:lnTo>
                <a:cubicBezTo>
                  <a:pt x="886968" y="2551176"/>
                  <a:pt x="960120" y="2551176"/>
                  <a:pt x="1014984" y="2496312"/>
                </a:cubicBezTo>
                <a:lnTo>
                  <a:pt x="1197864" y="2313432"/>
                </a:lnTo>
                <a:lnTo>
                  <a:pt x="4315968" y="2313432"/>
                </a:lnTo>
                <a:cubicBezTo>
                  <a:pt x="4462272" y="2313432"/>
                  <a:pt x="4572000" y="2194560"/>
                  <a:pt x="4572000" y="2057400"/>
                </a:cubicBezTo>
                <a:lnTo>
                  <a:pt x="4572000" y="256032"/>
                </a:lnTo>
                <a:cubicBezTo>
                  <a:pt x="4572000" y="109728"/>
                  <a:pt x="4462272" y="0"/>
                  <a:pt x="4315968" y="0"/>
                </a:cubicBezTo>
                <a:lnTo>
                  <a:pt x="256032" y="0"/>
                </a:lnTo>
              </a:path>
            </a:pathLst>
          </a:custGeom>
          <a:gradFill>
            <a:gsLst>
              <a:gs pos="0">
                <a:schemeClr val="accent1">
                  <a:lumMod val="75000"/>
                  <a:alpha val="100000"/>
                </a:schemeClr>
              </a:gs>
              <a:gs pos="100000">
                <a:schemeClr val="accent1">
                  <a:alpha val="100000"/>
                </a:schemeClr>
              </a:gs>
            </a:gsLst>
            <a:lin ang="20750833"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wrap="square" lIns="439200" tIns="396000" rIns="439200" bIns="0">
            <a:noAutofit/>
          </a:bodyPr>
          <a:p>
            <a:pPr algn="just">
              <a:lnSpc>
                <a:spcPct val="150000"/>
              </a:lnSpc>
            </a:pPr>
            <a:r>
              <a:rPr lang="zh-CN" altLang="en-US" sz="1600">
                <a:solidFill>
                  <a:srgbClr val="FFFFFF"/>
                </a:solidFill>
                <a:latin typeface="+mn-ea"/>
                <a:cs typeface="+mn-ea"/>
                <a:sym typeface="+mn-ea"/>
              </a:rPr>
              <a:t>PyTorch DataLoader批次256，随机打乱训练集，Xavier正态初始化，Adam优化器，学习率0.001，余弦退火调度，最小学习率0.0001，梯度累积1，裁剪阈值0.5，L2衰减0.00001，Dropout 0.1，负采样评估，10轮无提升停止</a:t>
            </a:r>
            <a:endParaRPr lang="zh-CN" altLang="en-US" sz="1600">
              <a:solidFill>
                <a:srgbClr val="FFFFFF"/>
              </a:solidFill>
              <a:latin typeface="+mn-ea"/>
              <a:cs typeface="+mn-ea"/>
              <a:sym typeface="+mn-ea"/>
            </a:endParaRPr>
          </a:p>
        </p:txBody>
      </p:sp>
      <p:sp>
        <p:nvSpPr>
          <p:cNvPr id="23" name="Union_#color_$accent1_$accent2-824&amp;2655"/>
          <p:cNvSpPr/>
          <p:nvPr>
            <p:custDataLst>
              <p:tags r:id="rId3"/>
            </p:custDataLst>
          </p:nvPr>
        </p:nvSpPr>
        <p:spPr>
          <a:xfrm>
            <a:off x="5871845" y="1734820"/>
            <a:ext cx="4933950" cy="2959735"/>
          </a:xfrm>
          <a:custGeom>
            <a:avLst/>
            <a:gdLst/>
            <a:ahLst/>
            <a:cxnLst/>
            <a:rect l="l" t="t" r="r" b="b"/>
            <a:pathLst>
              <a:path w="4572000" h="2532888">
                <a:moveTo>
                  <a:pt x="256032" y="0"/>
                </a:moveTo>
                <a:cubicBezTo>
                  <a:pt x="109728" y="0"/>
                  <a:pt x="0" y="109728"/>
                  <a:pt x="0" y="256032"/>
                </a:cubicBezTo>
                <a:lnTo>
                  <a:pt x="0" y="2057400"/>
                </a:lnTo>
                <a:cubicBezTo>
                  <a:pt x="0" y="2194560"/>
                  <a:pt x="109728" y="2313432"/>
                  <a:pt x="256032" y="2313432"/>
                </a:cubicBezTo>
                <a:lnTo>
                  <a:pt x="649224" y="2313432"/>
                </a:lnTo>
                <a:lnTo>
                  <a:pt x="832104" y="2496312"/>
                </a:lnTo>
                <a:cubicBezTo>
                  <a:pt x="886968" y="2551176"/>
                  <a:pt x="960120" y="2551176"/>
                  <a:pt x="1014984" y="2496312"/>
                </a:cubicBezTo>
                <a:lnTo>
                  <a:pt x="1197864" y="2313432"/>
                </a:lnTo>
                <a:lnTo>
                  <a:pt x="4315968" y="2313432"/>
                </a:lnTo>
                <a:cubicBezTo>
                  <a:pt x="4462272" y="2313432"/>
                  <a:pt x="4572000" y="2194560"/>
                  <a:pt x="4572000" y="2057400"/>
                </a:cubicBezTo>
                <a:lnTo>
                  <a:pt x="4572000" y="256032"/>
                </a:lnTo>
                <a:cubicBezTo>
                  <a:pt x="4572000" y="109728"/>
                  <a:pt x="4462272" y="0"/>
                  <a:pt x="4315968" y="0"/>
                </a:cubicBezTo>
                <a:lnTo>
                  <a:pt x="256032" y="0"/>
                </a:lnTo>
              </a:path>
            </a:pathLst>
          </a:custGeom>
          <a:gradFill>
            <a:gsLst>
              <a:gs pos="0">
                <a:schemeClr val="accent2">
                  <a:lumMod val="75000"/>
                  <a:alpha val="100000"/>
                </a:schemeClr>
              </a:gs>
              <a:gs pos="100000">
                <a:schemeClr val="accent2">
                  <a:alpha val="100000"/>
                </a:schemeClr>
              </a:gs>
            </a:gsLst>
            <a:lin ang="20750833"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wrap="square" lIns="439200" tIns="396000" rIns="439200" bIns="0">
            <a:normAutofit/>
          </a:bodyPr>
          <a:p>
            <a:pPr algn="just">
              <a:lnSpc>
                <a:spcPct val="150000"/>
              </a:lnSpc>
            </a:pPr>
            <a:r>
              <a:rPr lang="zh-CN" altLang="en-US" sz="1600">
                <a:solidFill>
                  <a:srgbClr val="FFFFFF"/>
                </a:solidFill>
                <a:latin typeface="+mn-ea"/>
                <a:cs typeface="+mn-ea"/>
                <a:sym typeface="+mn-ea"/>
              </a:rPr>
              <a:t>每轮记录损失、权重、梯度范数，训练后验证集评估NDCG@10，Recall@10，Precision@10，HR@10，Diversity@10</a:t>
            </a:r>
            <a:endParaRPr lang="zh-CN" altLang="en-US" sz="1600">
              <a:solidFill>
                <a:srgbClr val="FFFFFF"/>
              </a:solidFill>
              <a:latin typeface="+mn-ea"/>
              <a:cs typeface="+mn-ea"/>
              <a:sym typeface="+mn-ea"/>
            </a:endParaRPr>
          </a:p>
        </p:txBody>
      </p:sp>
      <p:pic>
        <p:nvPicPr>
          <p:cNvPr id="35" name="图片 34" descr="/data/temp/5739e860-3098-11f0-8648-bea868e90589.jpg@base@tag=imgScale&amp;m=1&amp;w=247&amp;h=247&amp;q=955739e860-3098-11f0-8648-bea868e90589"/>
          <p:cNvPicPr>
            <a:picLocks noChangeAspect="1"/>
          </p:cNvPicPr>
          <p:nvPr>
            <p:custDataLst>
              <p:tags r:id="rId4"/>
            </p:custDataLst>
          </p:nvPr>
        </p:nvPicPr>
        <p:blipFill>
          <a:blip r:embed="rId5"/>
          <a:srcRect r="33693" b="405"/>
          <a:stretch>
            <a:fillRect/>
          </a:stretch>
        </p:blipFill>
        <p:spPr>
          <a:xfrm>
            <a:off x="1548467" y="4910709"/>
            <a:ext cx="889000" cy="889000"/>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solidFill>
            <a:schemeClr val="accent1"/>
          </a:solidFill>
          <a:ln w="9525" cap="flat" cmpd="sng" algn="ctr">
            <a:solidFill>
              <a:schemeClr val="dk1">
                <a:lumMod val="40000"/>
                <a:lumOff val="60000"/>
                <a:alpha val="20000"/>
              </a:schemeClr>
            </a:solidFill>
            <a:prstDash val="solid"/>
            <a:round/>
            <a:headEnd type="none" w="med" len="med"/>
            <a:tailEnd type="none" w="med" len="med"/>
          </a:ln>
        </p:spPr>
      </p:pic>
      <p:sp>
        <p:nvSpPr>
          <p:cNvPr id="3" name="矩形 2"/>
          <p:cNvSpPr/>
          <p:nvPr>
            <p:custDataLst>
              <p:tags r:id="rId6"/>
            </p:custDataLst>
          </p:nvPr>
        </p:nvSpPr>
        <p:spPr>
          <a:xfrm>
            <a:off x="2666067" y="4976749"/>
            <a:ext cx="2876268" cy="756338"/>
          </a:xfrm>
          <a:prstGeom prst="rect">
            <a:avLst/>
          </a:prstGeom>
          <a:noFill/>
        </p:spPr>
        <p:txBody>
          <a:bodyPr wrap="square" lIns="0" tIns="0" rIns="0" bIns="0" rtlCol="0" anchor="ctr" anchorCtr="0">
            <a:normAutofit/>
          </a:bodyPr>
          <a:p>
            <a:pPr>
              <a:spcBef>
                <a:spcPct val="0"/>
              </a:spcBef>
              <a:spcAft>
                <a:spcPct val="0"/>
              </a:spcAft>
            </a:pPr>
            <a:r>
              <a:rPr lang="zh-CN" altLang="en-US" sz="2400" b="1" dirty="0">
                <a:solidFill>
                  <a:schemeClr val="accent1"/>
                </a:solidFill>
                <a:latin typeface="+mn-ea"/>
                <a:cs typeface="+mn-ea"/>
                <a:sym typeface="+mn-ea"/>
              </a:rPr>
              <a:t>实验设置</a:t>
            </a:r>
            <a:endParaRPr lang="zh-CN" altLang="en-US" sz="2400" b="1" dirty="0">
              <a:solidFill>
                <a:schemeClr val="accent1"/>
              </a:solidFill>
              <a:latin typeface="+mn-ea"/>
              <a:cs typeface="+mn-ea"/>
              <a:sym typeface="+mn-ea"/>
            </a:endParaRPr>
          </a:p>
        </p:txBody>
      </p:sp>
      <p:sp>
        <p:nvSpPr>
          <p:cNvPr id="24" name="“_#color-824&amp;2668"/>
          <p:cNvSpPr/>
          <p:nvPr>
            <p:custDataLst>
              <p:tags r:id="rId7"/>
            </p:custDataLst>
          </p:nvPr>
        </p:nvSpPr>
        <p:spPr>
          <a:xfrm>
            <a:off x="9900623" y="3871848"/>
            <a:ext cx="448056" cy="384048"/>
          </a:xfrm>
          <a:custGeom>
            <a:avLst/>
            <a:gdLst/>
            <a:ahLst/>
            <a:cxnLst/>
            <a:rect l="l" t="t" r="r" b="b"/>
            <a:pathLst>
              <a:path w="448056" h="384048">
                <a:moveTo>
                  <a:pt x="448056" y="192024"/>
                </a:moveTo>
                <a:cubicBezTo>
                  <a:pt x="448056" y="228600"/>
                  <a:pt x="438912" y="256032"/>
                  <a:pt x="420624" y="283464"/>
                </a:cubicBezTo>
                <a:cubicBezTo>
                  <a:pt x="411480" y="310896"/>
                  <a:pt x="384048" y="338328"/>
                  <a:pt x="356616" y="356616"/>
                </a:cubicBezTo>
                <a:cubicBezTo>
                  <a:pt x="329184" y="365760"/>
                  <a:pt x="301752" y="374904"/>
                  <a:pt x="265176" y="384048"/>
                </a:cubicBezTo>
                <a:cubicBezTo>
                  <a:pt x="265176" y="384048"/>
                  <a:pt x="256032" y="374904"/>
                  <a:pt x="256032" y="365760"/>
                </a:cubicBezTo>
                <a:lnTo>
                  <a:pt x="256032" y="310896"/>
                </a:lnTo>
                <a:cubicBezTo>
                  <a:pt x="256032" y="301752"/>
                  <a:pt x="265176" y="301752"/>
                  <a:pt x="265176" y="292608"/>
                </a:cubicBezTo>
                <a:cubicBezTo>
                  <a:pt x="292608" y="292608"/>
                  <a:pt x="320040" y="283464"/>
                  <a:pt x="329184" y="265176"/>
                </a:cubicBezTo>
                <a:cubicBezTo>
                  <a:pt x="347472" y="246888"/>
                  <a:pt x="356616" y="219456"/>
                  <a:pt x="356616" y="192024"/>
                </a:cubicBezTo>
                <a:lnTo>
                  <a:pt x="356616" y="182880"/>
                </a:lnTo>
                <a:cubicBezTo>
                  <a:pt x="356616" y="173736"/>
                  <a:pt x="347472" y="173736"/>
                  <a:pt x="338328" y="173736"/>
                </a:cubicBezTo>
                <a:lnTo>
                  <a:pt x="274320" y="173736"/>
                </a:lnTo>
                <a:cubicBezTo>
                  <a:pt x="265176" y="173736"/>
                  <a:pt x="265176" y="164592"/>
                  <a:pt x="265176" y="155448"/>
                </a:cubicBezTo>
                <a:lnTo>
                  <a:pt x="265176" y="9144"/>
                </a:lnTo>
                <a:cubicBezTo>
                  <a:pt x="265176" y="9144"/>
                  <a:pt x="265176" y="0"/>
                  <a:pt x="274320" y="0"/>
                </a:cubicBezTo>
                <a:lnTo>
                  <a:pt x="429768" y="0"/>
                </a:lnTo>
                <a:cubicBezTo>
                  <a:pt x="438912" y="0"/>
                  <a:pt x="448056" y="9144"/>
                  <a:pt x="448056" y="9144"/>
                </a:cubicBezTo>
                <a:lnTo>
                  <a:pt x="448056" y="192024"/>
                </a:lnTo>
                <a:moveTo>
                  <a:pt x="0" y="310896"/>
                </a:moveTo>
                <a:cubicBezTo>
                  <a:pt x="0" y="301752"/>
                  <a:pt x="9144" y="301752"/>
                  <a:pt x="9144" y="292608"/>
                </a:cubicBezTo>
                <a:cubicBezTo>
                  <a:pt x="36576" y="292608"/>
                  <a:pt x="64008" y="283464"/>
                  <a:pt x="73152" y="265176"/>
                </a:cubicBezTo>
                <a:cubicBezTo>
                  <a:pt x="91440" y="246888"/>
                  <a:pt x="100584" y="219456"/>
                  <a:pt x="100584" y="192024"/>
                </a:cubicBezTo>
                <a:lnTo>
                  <a:pt x="100584" y="182880"/>
                </a:lnTo>
                <a:cubicBezTo>
                  <a:pt x="100584" y="173736"/>
                  <a:pt x="91440" y="173736"/>
                  <a:pt x="82296" y="173736"/>
                </a:cubicBezTo>
                <a:lnTo>
                  <a:pt x="18288" y="173736"/>
                </a:lnTo>
                <a:cubicBezTo>
                  <a:pt x="9144" y="173736"/>
                  <a:pt x="9144" y="164592"/>
                  <a:pt x="9144" y="155448"/>
                </a:cubicBezTo>
                <a:lnTo>
                  <a:pt x="9144" y="9144"/>
                </a:lnTo>
                <a:cubicBezTo>
                  <a:pt x="9144" y="9144"/>
                  <a:pt x="9144" y="0"/>
                  <a:pt x="18288" y="0"/>
                </a:cubicBezTo>
                <a:lnTo>
                  <a:pt x="173736" y="0"/>
                </a:lnTo>
                <a:cubicBezTo>
                  <a:pt x="182880" y="0"/>
                  <a:pt x="192024" y="9144"/>
                  <a:pt x="192024" y="9144"/>
                </a:cubicBezTo>
                <a:lnTo>
                  <a:pt x="192024" y="192024"/>
                </a:lnTo>
                <a:cubicBezTo>
                  <a:pt x="192024" y="228600"/>
                  <a:pt x="182880" y="256032"/>
                  <a:pt x="164592" y="283464"/>
                </a:cubicBezTo>
                <a:cubicBezTo>
                  <a:pt x="155448" y="310896"/>
                  <a:pt x="128016" y="338328"/>
                  <a:pt x="100584" y="356616"/>
                </a:cubicBezTo>
                <a:cubicBezTo>
                  <a:pt x="73152" y="365760"/>
                  <a:pt x="45720" y="374904"/>
                  <a:pt x="9144" y="384048"/>
                </a:cubicBezTo>
                <a:cubicBezTo>
                  <a:pt x="9144" y="384048"/>
                  <a:pt x="0" y="374904"/>
                  <a:pt x="0" y="365760"/>
                </a:cubicBezTo>
                <a:lnTo>
                  <a:pt x="0" y="310896"/>
                </a:lnTo>
              </a:path>
            </a:pathLst>
          </a:custGeom>
          <a:solidFill>
            <a:schemeClr val="lt2">
              <a:alpha val="50000"/>
            </a:schemeClr>
          </a:solidFill>
        </p:spPr>
        <p:txBody>
          <a:bodyPr>
            <a:noAutofit/>
          </a:bodyPr>
          <a:p>
            <a:endParaRPr lang="zh-CN" altLang="en-US">
              <a:solidFill>
                <a:schemeClr val="tx1"/>
              </a:solidFill>
            </a:endParaRPr>
          </a:p>
        </p:txBody>
      </p:sp>
      <p:sp>
        <p:nvSpPr>
          <p:cNvPr id="5" name="矩形 4"/>
          <p:cNvSpPr/>
          <p:nvPr>
            <p:custDataLst>
              <p:tags r:id="rId8"/>
            </p:custDataLst>
          </p:nvPr>
        </p:nvSpPr>
        <p:spPr>
          <a:xfrm>
            <a:off x="7833698" y="4976749"/>
            <a:ext cx="2876268" cy="756338"/>
          </a:xfrm>
          <a:prstGeom prst="rect">
            <a:avLst/>
          </a:prstGeom>
          <a:noFill/>
        </p:spPr>
        <p:txBody>
          <a:bodyPr wrap="square" lIns="0" tIns="0" rIns="0" bIns="0" rtlCol="0" anchor="ctr" anchorCtr="0">
            <a:normAutofit/>
          </a:bodyPr>
          <a:p>
            <a:pPr>
              <a:spcBef>
                <a:spcPct val="0"/>
              </a:spcBef>
              <a:spcAft>
                <a:spcPct val="0"/>
              </a:spcAft>
            </a:pPr>
            <a:r>
              <a:rPr lang="zh-CN" altLang="en-US" sz="2400" b="1">
                <a:solidFill>
                  <a:schemeClr val="accent2"/>
                </a:solidFill>
                <a:latin typeface="+mn-ea"/>
                <a:cs typeface="+mn-ea"/>
                <a:sym typeface="+mn-ea"/>
              </a:rPr>
              <a:t>评估方法</a:t>
            </a:r>
            <a:endParaRPr lang="zh-CN" altLang="en-US" sz="2400" b="1">
              <a:solidFill>
                <a:schemeClr val="accent2"/>
              </a:solidFill>
              <a:latin typeface="+mn-ea"/>
              <a:cs typeface="+mn-ea"/>
              <a:sym typeface="+mn-ea"/>
            </a:endParaRPr>
          </a:p>
        </p:txBody>
      </p:sp>
      <p:pic>
        <p:nvPicPr>
          <p:cNvPr id="30" name="图片 29" descr="/data/temp/5739e9ae-3098-11f0-8648-bea868e90589.jpg@base@tag=imgScale&amp;m=1&amp;w=247&amp;h=247&amp;q=955739e9ae-3098-11f0-8648-bea868e90589"/>
          <p:cNvPicPr>
            <a:picLocks noChangeAspect="1"/>
          </p:cNvPicPr>
          <p:nvPr>
            <p:custDataLst>
              <p:tags r:id="rId9"/>
            </p:custDataLst>
          </p:nvPr>
        </p:nvPicPr>
        <p:blipFill>
          <a:blip r:embed="rId10"/>
          <a:srcRect l="16622" r="16622"/>
          <a:stretch>
            <a:fillRect/>
          </a:stretch>
        </p:blipFill>
        <p:spPr>
          <a:xfrm>
            <a:off x="6748483" y="4911344"/>
            <a:ext cx="888365" cy="888365"/>
          </a:xfrm>
          <a:custGeom>
            <a:avLst/>
            <a:gdLst>
              <a:gd name="connsiteX0" fmla="*/ 516600 w 1033200"/>
              <a:gd name="connsiteY0" fmla="*/ 0 h 1033200"/>
              <a:gd name="connsiteX1" fmla="*/ 1033200 w 1033200"/>
              <a:gd name="connsiteY1" fmla="*/ 516600 h 1033200"/>
              <a:gd name="connsiteX2" fmla="*/ 516600 w 1033200"/>
              <a:gd name="connsiteY2" fmla="*/ 1033200 h 1033200"/>
              <a:gd name="connsiteX3" fmla="*/ 0 w 1033200"/>
              <a:gd name="connsiteY3" fmla="*/ 516600 h 1033200"/>
              <a:gd name="connsiteX4" fmla="*/ 516600 w 1033200"/>
              <a:gd name="connsiteY4" fmla="*/ 0 h 103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3200" h="1033200">
                <a:moveTo>
                  <a:pt x="516600" y="0"/>
                </a:moveTo>
                <a:cubicBezTo>
                  <a:pt x="801910" y="0"/>
                  <a:pt x="1033200" y="231290"/>
                  <a:pt x="1033200" y="516600"/>
                </a:cubicBezTo>
                <a:cubicBezTo>
                  <a:pt x="1033200" y="801910"/>
                  <a:pt x="801910" y="1033200"/>
                  <a:pt x="516600" y="1033200"/>
                </a:cubicBezTo>
                <a:cubicBezTo>
                  <a:pt x="231290" y="1033200"/>
                  <a:pt x="0" y="801910"/>
                  <a:pt x="0" y="516600"/>
                </a:cubicBezTo>
                <a:cubicBezTo>
                  <a:pt x="0" y="231290"/>
                  <a:pt x="231290" y="0"/>
                  <a:pt x="516600" y="0"/>
                </a:cubicBezTo>
                <a:close/>
              </a:path>
            </a:pathLst>
          </a:custGeom>
          <a:solidFill>
            <a:schemeClr val="accent2"/>
          </a:solidFill>
          <a:ln w="9525" cap="flat" cmpd="sng" algn="ctr">
            <a:solidFill>
              <a:schemeClr val="dk1">
                <a:lumMod val="40000"/>
                <a:lumOff val="60000"/>
                <a:alpha val="20000"/>
              </a:schemeClr>
            </a:solidFill>
            <a:prstDash val="solid"/>
            <a:round/>
            <a:headEnd type="none" w="med" len="med"/>
            <a:tailEnd type="none" w="med" len="med"/>
          </a:ln>
        </p:spPr>
      </p:pic>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实验结果与分析</a:t>
            </a:r>
            <a:endParaRPr lang="zh-CN" altLang="en-US" dirty="0">
              <a:sym typeface="+mn-ea"/>
            </a:endParaRPr>
          </a:p>
        </p:txBody>
      </p:sp>
      <p:sp>
        <p:nvSpPr>
          <p:cNvPr id="2" name="矩形 1"/>
          <p:cNvSpPr/>
          <p:nvPr>
            <p:custDataLst>
              <p:tags r:id="rId2"/>
            </p:custDataLst>
          </p:nvPr>
        </p:nvSpPr>
        <p:spPr>
          <a:xfrm>
            <a:off x="514350" y="1080135"/>
            <a:ext cx="5805170" cy="5134610"/>
          </a:xfrm>
          <a:prstGeom prst="rect">
            <a:avLst/>
          </a:prstGeom>
          <a:solidFill>
            <a:schemeClr val="tx1">
              <a:lumMod val="40000"/>
              <a:lumOff val="60000"/>
              <a:alpha val="15000"/>
            </a:schemeClr>
          </a:solidFill>
          <a:ln w="9525">
            <a:solidFill>
              <a:schemeClr val="tx1">
                <a:lumMod val="40000"/>
                <a:lumOff val="60000"/>
                <a:alpha val="2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p>
            <a:pPr algn="ctr"/>
            <a:endParaRPr lang="zh-CN" altLang="en-US">
              <a:solidFill>
                <a:schemeClr val="bg1"/>
              </a:solidFill>
              <a:latin typeface="+mn-ea"/>
              <a:sym typeface="MiSans Normal" panose="00000500000000000000" charset="-122"/>
            </a:endParaRPr>
          </a:p>
        </p:txBody>
      </p:sp>
      <p:sp>
        <p:nvSpPr>
          <p:cNvPr id="5" name="矩形 4"/>
          <p:cNvSpPr/>
          <p:nvPr>
            <p:custDataLst>
              <p:tags r:id="rId3"/>
            </p:custDataLst>
          </p:nvPr>
        </p:nvSpPr>
        <p:spPr>
          <a:xfrm>
            <a:off x="1084926" y="4553983"/>
            <a:ext cx="4193906" cy="522757"/>
          </a:xfrm>
          <a:prstGeom prst="rect">
            <a:avLst/>
          </a:prstGeom>
          <a:noFill/>
        </p:spPr>
        <p:txBody>
          <a:bodyPr wrap="square" lIns="0" tIns="0" rIns="0" bIns="0" rtlCol="0" anchor="ctr" anchorCtr="0">
            <a:normAutofit/>
          </a:bodyPr>
          <a:p>
            <a:pPr>
              <a:spcBef>
                <a:spcPct val="0"/>
              </a:spcBef>
              <a:spcAft>
                <a:spcPct val="0"/>
              </a:spcAft>
            </a:pPr>
            <a:r>
              <a:rPr lang="zh-CN" altLang="en-US" sz="2400" b="1" dirty="0">
                <a:solidFill>
                  <a:schemeClr val="tx1">
                    <a:lumMod val="85000"/>
                    <a:lumOff val="15000"/>
                  </a:schemeClr>
                </a:solidFill>
                <a:latin typeface="+mn-ea"/>
                <a:cs typeface="+mn-ea"/>
              </a:rPr>
              <a:t>表4.2结果概览</a:t>
            </a:r>
            <a:endParaRPr lang="zh-CN" altLang="en-US" sz="2400" b="1" dirty="0">
              <a:solidFill>
                <a:schemeClr val="tx1">
                  <a:lumMod val="85000"/>
                  <a:lumOff val="15000"/>
                </a:schemeClr>
              </a:solidFill>
              <a:latin typeface="+mn-ea"/>
              <a:cs typeface="+mn-ea"/>
            </a:endParaRPr>
          </a:p>
        </p:txBody>
      </p:sp>
      <p:sp>
        <p:nvSpPr>
          <p:cNvPr id="9" name="矩形 8"/>
          <p:cNvSpPr/>
          <p:nvPr>
            <p:custDataLst>
              <p:tags r:id="rId4"/>
            </p:custDataLst>
          </p:nvPr>
        </p:nvSpPr>
        <p:spPr>
          <a:xfrm>
            <a:off x="1084926" y="5102878"/>
            <a:ext cx="4194908" cy="920597"/>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表4.2比较了新方法与基线模型在MicroLens-100K数据集上的多项性能指标</a:t>
            </a:r>
            <a:endParaRPr lang="zh-CN" altLang="en-US" sz="1600" dirty="0">
              <a:solidFill>
                <a:schemeClr val="tx1">
                  <a:lumMod val="85000"/>
                  <a:lumOff val="15000"/>
                </a:schemeClr>
              </a:solidFill>
              <a:latin typeface="+mn-ea"/>
              <a:cs typeface="+mn-ea"/>
            </a:endParaRPr>
          </a:p>
        </p:txBody>
      </p:sp>
      <p:sp>
        <p:nvSpPr>
          <p:cNvPr id="19" name="矩形 18"/>
          <p:cNvSpPr/>
          <p:nvPr>
            <p:custDataLst>
              <p:tags r:id="rId5"/>
            </p:custDataLst>
          </p:nvPr>
        </p:nvSpPr>
        <p:spPr>
          <a:xfrm>
            <a:off x="6430896" y="1418268"/>
            <a:ext cx="5065784" cy="4667194"/>
          </a:xfrm>
          <a:prstGeom prst="rect">
            <a:avLst/>
          </a:prstGeom>
          <a:solidFill>
            <a:schemeClr val="accent2"/>
          </a:solidFill>
          <a:ln w="9525">
            <a:solidFill>
              <a:schemeClr val="accent2">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p>
            <a:pPr algn="ctr"/>
            <a:endParaRPr lang="zh-CN" altLang="en-US">
              <a:solidFill>
                <a:schemeClr val="bg1"/>
              </a:solidFill>
              <a:latin typeface="+mn-ea"/>
              <a:sym typeface="MiSans Normal" panose="00000500000000000000" charset="-122"/>
            </a:endParaRPr>
          </a:p>
        </p:txBody>
      </p:sp>
      <p:sp>
        <p:nvSpPr>
          <p:cNvPr id="20" name="矩形 19"/>
          <p:cNvSpPr/>
          <p:nvPr>
            <p:custDataLst>
              <p:tags r:id="rId6"/>
            </p:custDataLst>
          </p:nvPr>
        </p:nvSpPr>
        <p:spPr>
          <a:xfrm>
            <a:off x="6886606" y="4553983"/>
            <a:ext cx="4191903" cy="522757"/>
          </a:xfrm>
          <a:prstGeom prst="rect">
            <a:avLst/>
          </a:prstGeom>
          <a:noFill/>
        </p:spPr>
        <p:txBody>
          <a:bodyPr wrap="square" lIns="0" tIns="0" rIns="0" bIns="0" rtlCol="0" anchor="ctr" anchorCtr="0">
            <a:normAutofit/>
          </a:bodyPr>
          <a:p>
            <a:pPr>
              <a:spcBef>
                <a:spcPct val="0"/>
              </a:spcBef>
              <a:spcAft>
                <a:spcPct val="0"/>
              </a:spcAft>
            </a:pPr>
            <a:r>
              <a:rPr lang="zh-CN" altLang="en-US" sz="2400" b="1" dirty="0">
                <a:solidFill>
                  <a:srgbClr val="FFFFFF"/>
                </a:solidFill>
                <a:latin typeface="+mn-ea"/>
                <a:cs typeface="+mn-ea"/>
              </a:rPr>
              <a:t>本文方法性能分析</a:t>
            </a:r>
            <a:endParaRPr lang="zh-CN" altLang="en-US" sz="2400" b="1" dirty="0">
              <a:solidFill>
                <a:srgbClr val="FFFFFF"/>
              </a:solidFill>
              <a:latin typeface="+mn-ea"/>
              <a:cs typeface="+mn-ea"/>
            </a:endParaRPr>
          </a:p>
        </p:txBody>
      </p:sp>
      <p:sp>
        <p:nvSpPr>
          <p:cNvPr id="21" name="矩形 20"/>
          <p:cNvSpPr/>
          <p:nvPr>
            <p:custDataLst>
              <p:tags r:id="rId7"/>
            </p:custDataLst>
          </p:nvPr>
        </p:nvSpPr>
        <p:spPr>
          <a:xfrm>
            <a:off x="6882776" y="5102878"/>
            <a:ext cx="4194908" cy="920597"/>
          </a:xfrm>
          <a:prstGeom prst="rect">
            <a:avLst/>
          </a:prstGeom>
          <a:noFill/>
        </p:spPr>
        <p:txBody>
          <a:bodyPr wrap="square" lIns="0" tIns="0" rIns="0" bIns="0" rtlCol="0" anchor="t" anchorCtr="0">
            <a:normAutofit/>
          </a:bodyPr>
          <a:p>
            <a:pPr algn="just">
              <a:lnSpc>
                <a:spcPct val="150000"/>
              </a:lnSpc>
              <a:spcBef>
                <a:spcPct val="0"/>
              </a:spcBef>
              <a:spcAft>
                <a:spcPct val="0"/>
              </a:spcAft>
            </a:pPr>
            <a:r>
              <a:rPr lang="zh-CN" altLang="en-US" sz="1600" dirty="0">
                <a:solidFill>
                  <a:srgbClr val="FFFFFF"/>
                </a:solidFill>
                <a:latin typeface="+mn-ea"/>
                <a:cs typeface="+mn-ea"/>
              </a:rPr>
              <a:t>本文方法在准确性和效率上表现优异，适合50%左右的多样性推荐</a:t>
            </a:r>
            <a:endParaRPr lang="zh-CN" altLang="en-US" sz="1600" dirty="0">
              <a:solidFill>
                <a:srgbClr val="FFFFFF"/>
              </a:solidFill>
              <a:latin typeface="+mn-ea"/>
              <a:cs typeface="+mn-ea"/>
            </a:endParaRPr>
          </a:p>
        </p:txBody>
      </p:sp>
      <p:pic>
        <p:nvPicPr>
          <p:cNvPr id="22" name="图片 21" descr="/data/temp/589abe49-3098-11f0-86cf-b65f2f2ddc3e.jpg@base@tag=imgScale&amp;m=1&amp;w=1399&amp;h=817&amp;q=95589abe49-3098-11f0-86cf-b65f2f2ddc3e"/>
          <p:cNvPicPr>
            <a:picLocks noChangeAspect="1"/>
          </p:cNvPicPr>
          <p:nvPr>
            <p:custDataLst>
              <p:tags r:id="rId8"/>
            </p:custDataLst>
          </p:nvPr>
        </p:nvPicPr>
        <p:blipFill rotWithShape="1">
          <a:blip r:embed="rId9"/>
          <a:srcRect t="6182" b="6182"/>
          <a:stretch>
            <a:fillRect/>
          </a:stretch>
        </p:blipFill>
        <p:spPr>
          <a:xfrm>
            <a:off x="6430896" y="1418268"/>
            <a:ext cx="5065784" cy="2958399"/>
          </a:xfrm>
          <a:custGeom>
            <a:avLst/>
            <a:gdLst/>
            <a:ahLst/>
            <a:cxnLst>
              <a:cxn ang="3">
                <a:pos x="hc" y="t"/>
              </a:cxn>
              <a:cxn ang="cd2">
                <a:pos x="l" y="vc"/>
              </a:cxn>
              <a:cxn ang="cd4">
                <a:pos x="hc" y="b"/>
              </a:cxn>
              <a:cxn ang="0">
                <a:pos x="r" y="vc"/>
              </a:cxn>
            </a:cxnLst>
            <a:rect l="l" t="t" r="r" b="b"/>
            <a:pathLst>
              <a:path w="3402" h="2926">
                <a:moveTo>
                  <a:pt x="0" y="0"/>
                </a:moveTo>
                <a:lnTo>
                  <a:pt x="3402" y="0"/>
                </a:lnTo>
                <a:lnTo>
                  <a:pt x="3402" y="2926"/>
                </a:lnTo>
                <a:lnTo>
                  <a:pt x="0" y="2926"/>
                </a:lnTo>
                <a:lnTo>
                  <a:pt x="0" y="0"/>
                </a:lnTo>
                <a:close/>
              </a:path>
            </a:pathLst>
          </a:custGeom>
          <a:solidFill>
            <a:schemeClr val="accent2">
              <a:alpha val="15000"/>
            </a:schemeClr>
          </a:solidFill>
          <a:ln w="3175" cmpd="sng">
            <a:solidFill>
              <a:schemeClr val="tx1">
                <a:lumMod val="40000"/>
                <a:lumOff val="60000"/>
                <a:alpha val="20000"/>
              </a:schemeClr>
            </a:solidFill>
          </a:ln>
        </p:spPr>
      </p:pic>
      <p:graphicFrame>
        <p:nvGraphicFramePr>
          <p:cNvPr id="10" name="表格 9"/>
          <p:cNvGraphicFramePr/>
          <p:nvPr>
            <p:custDataLst>
              <p:tags r:id="rId10"/>
            </p:custDataLst>
          </p:nvPr>
        </p:nvGraphicFramePr>
        <p:xfrm>
          <a:off x="514350" y="1233805"/>
          <a:ext cx="5805170" cy="3148330"/>
        </p:xfrm>
        <a:graphic>
          <a:graphicData uri="http://schemas.openxmlformats.org/drawingml/2006/table">
            <a:tbl>
              <a:tblPr/>
              <a:tblGrid>
                <a:gridCol w="915035"/>
                <a:gridCol w="951230"/>
                <a:gridCol w="934720"/>
                <a:gridCol w="1069975"/>
                <a:gridCol w="864235"/>
                <a:gridCol w="1069975"/>
              </a:tblGrid>
              <a:tr h="535940">
                <a:tc>
                  <a:txBody>
                    <a:bodyPr/>
                    <a:p>
                      <a:pPr marL="0" indent="0" algn="just" defTabSz="914400">
                        <a:lnSpc>
                          <a:spcPct val="150000"/>
                        </a:lnSpc>
                        <a:spcBef>
                          <a:spcPct val="0"/>
                        </a:spcBef>
                        <a:spcAft>
                          <a:spcPct val="0"/>
                        </a:spcAft>
                        <a:tabLst>
                          <a:tab pos="266700" algn="l"/>
                        </a:tabLst>
                      </a:pPr>
                      <a:r>
                        <a:rPr lang="zh-CN" sz="1200">
                          <a:latin typeface="宋体" panose="02010600030101010101" pitchFamily="2" charset="-122"/>
                          <a:ea typeface="宋体" panose="02010600030101010101" pitchFamily="2" charset="-122"/>
                        </a:rPr>
                        <a:t>模型</a:t>
                      </a:r>
                      <a:endParaRPr 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NDCG@10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Recall@10 </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Precision@10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HR@10 </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Diversity@10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18795">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PopRec</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0.1902</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0.3670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0.0367</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0.3670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0.200</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w="6350" cap="flat" cmpd="sng">
                      <a:solidFill>
                        <a:srgbClr val="000008"/>
                      </a:solidFill>
                      <a:prstDash val="solid"/>
                      <a:headEnd type="none" w="med" len="med"/>
                      <a:tailEnd type="none" w="med" len="med"/>
                    </a:lnT>
                    <a:lnB>
                      <a:noFill/>
                    </a:lnB>
                    <a:noFill/>
                  </a:tcPr>
                </a:tc>
              </a:tr>
              <a:tr h="517525">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GRU4Rec</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0.3189</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0.4635</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0.0651</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0.6515</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0.1545</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r>
              <a:tr h="538480">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SASRec </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0.4281</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0.3088</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0.0926</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0.9263</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0.7991</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r>
              <a:tr h="519430">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MMGCN</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0.1607</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0.2974</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0.0297</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0.2974</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0.3957</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a:noFill/>
                    </a:lnB>
                    <a:noFill/>
                  </a:tcPr>
                </a:tc>
              </a:tr>
              <a:tr h="518160">
                <a:tc>
                  <a:txBody>
                    <a:bodyPr/>
                    <a:p>
                      <a:pPr marL="0" indent="0" algn="just" defTabSz="914400">
                        <a:lnSpc>
                          <a:spcPct val="150000"/>
                        </a:lnSpc>
                        <a:spcBef>
                          <a:spcPct val="0"/>
                        </a:spcBef>
                        <a:spcAft>
                          <a:spcPct val="0"/>
                        </a:spcAft>
                        <a:tabLst>
                          <a:tab pos="266700" algn="l"/>
                        </a:tabLst>
                      </a:pPr>
                      <a:r>
                        <a:rPr lang="zh-CN" sz="1200">
                          <a:latin typeface="宋体" panose="02010600030101010101" pitchFamily="2" charset="-122"/>
                          <a:ea typeface="宋体" panose="02010600030101010101" pitchFamily="2" charset="-122"/>
                        </a:rPr>
                        <a:t>本文方法</a:t>
                      </a:r>
                      <a:endParaRPr 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0.5248</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0.6516</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0.1955</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0.9523</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just" defTabSz="914400">
                        <a:lnSpc>
                          <a:spcPct val="150000"/>
                        </a:lnSpc>
                        <a:spcBef>
                          <a:spcPct val="0"/>
                        </a:spcBef>
                        <a:spcAft>
                          <a:spcPct val="0"/>
                        </a:spcAft>
                        <a:tabLst>
                          <a:tab pos="266700" algn="l"/>
                        </a:tabLst>
                      </a:pPr>
                      <a:r>
                        <a:rPr lang="en-US" altLang="zh-CN" sz="1200">
                          <a:latin typeface="宋体" panose="02010600030101010101" pitchFamily="2" charset="-122"/>
                          <a:ea typeface="宋体" panose="02010600030101010101" pitchFamily="2" charset="-122"/>
                        </a:rPr>
                        <a:t>0.4595</a:t>
                      </a:r>
                      <a:endParaRPr lang="en-US" altLang="zh-CN" sz="1200">
                        <a:latin typeface="宋体" panose="02010600030101010101" pitchFamily="2" charset="-122"/>
                        <a:ea typeface="宋体" panose="02010600030101010101" pitchFamily="2"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p:cNvSpPr>
            <a:spLocks noGrp="1"/>
          </p:cNvSpPr>
          <p:nvPr>
            <p:ph type="title"/>
            <p:custDataLst>
              <p:tags r:id="rId1"/>
            </p:custDataLst>
          </p:nvPr>
        </p:nvSpPr>
        <p:spPr/>
        <p:txBody>
          <a:bodyPr/>
          <a:p>
            <a:pPr marL="0" indent="0" algn="ctr">
              <a:lnSpc>
                <a:spcPct val="100000"/>
              </a:lnSpc>
              <a:spcBef>
                <a:spcPts val="0"/>
              </a:spcBef>
              <a:spcAft>
                <a:spcPts val="0"/>
              </a:spcAft>
              <a:buSzPct val="100000"/>
            </a:pPr>
            <a:r>
              <a:rPr lang="zh-CN" altLang="en-US"/>
              <a:t>系统</a:t>
            </a:r>
            <a:r>
              <a:rPr lang="zh-CN" altLang="en-US"/>
              <a:t>设计与实现</a:t>
            </a:r>
            <a:endParaRPr lang="zh-CN" altLang="en-US"/>
          </a:p>
        </p:txBody>
      </p:sp>
      <p:sp>
        <p:nvSpPr>
          <p:cNvPr id="8" name="副标题"/>
          <p:cNvSpPr>
            <a:spLocks noGrp="1"/>
          </p:cNvSpPr>
          <p:nvPr>
            <p:ph type="body" idx="1"/>
            <p:custDataLst>
              <p:tags r:id="rId2"/>
            </p:custDataLst>
          </p:nvPr>
        </p:nvSpPr>
        <p:spPr/>
        <p:txBody>
          <a:bodyPr/>
          <a:p>
            <a:r>
              <a:rPr lang="zh-CN" altLang="en-US"/>
              <a:t>添加副标题单击编辑添加副标题内容</a:t>
            </a:r>
            <a:endParaRPr lang="zh-CN" altLang="en-US"/>
          </a:p>
        </p:txBody>
      </p:sp>
      <p:sp>
        <p:nvSpPr>
          <p:cNvPr id="9" name="节编号"/>
          <p:cNvSpPr>
            <a:spLocks noGrp="1"/>
          </p:cNvSpPr>
          <p:nvPr>
            <p:ph type="body" sz="quarter" idx="13"/>
            <p:custDataLst>
              <p:tags r:id="rId3"/>
            </p:custDataLst>
          </p:nvPr>
        </p:nvSpPr>
        <p:spPr>
          <a:prstGeom prst="rect">
            <a:avLst/>
          </a:prstGeom>
        </p:spPr>
        <p:txBody>
          <a:bodyPr/>
          <a:p>
            <a:r>
              <a:rPr lang="en-US" altLang="en-US"/>
              <a:t>PART 03</a:t>
            </a:r>
            <a:endParaRPr lang="en-US" altLang="en-US"/>
          </a:p>
        </p:txBody>
      </p:sp>
      <p:pic>
        <p:nvPicPr>
          <p:cNvPr id="2" name="图片 1"/>
          <p:cNvPicPr>
            <a:picLocks noChangeAspect="1"/>
          </p:cNvPicPr>
          <p:nvPr/>
        </p:nvPicPr>
        <p:blipFill>
          <a:blip r:embed="rId4"/>
          <a:srcRect r="6440"/>
          <a:stretch>
            <a:fillRect/>
          </a:stretch>
        </p:blipFill>
        <p:spPr>
          <a:xfrm>
            <a:off x="0" y="0"/>
            <a:ext cx="3897630" cy="1026795"/>
          </a:xfrm>
          <a:prstGeom prst="rect">
            <a:avLst/>
          </a:prstGeom>
          <a:noFill/>
          <a:ln>
            <a:noFill/>
          </a:ln>
        </p:spPr>
      </p:pic>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vert="horz" wrap="square" lIns="0" tIns="0" rIns="0" bIns="0" rtlCol="0" anchor="b">
            <a:normAutofit/>
          </a:bodyPr>
          <a:lstStyle>
            <a:lvl1pPr>
              <a:defRPr lang="zh-CN" altLang="en-US" dirty="0"/>
            </a:lvl1pPr>
          </a:lstStyle>
          <a:p>
            <a:pPr lvl="0" algn="l">
              <a:buClrTx/>
              <a:buSzTx/>
              <a:buFontTx/>
            </a:pPr>
            <a:r>
              <a:rPr>
                <a:sym typeface="+mn-ea"/>
              </a:rPr>
              <a:t>系统设计</a:t>
            </a:r>
            <a:endParaRPr>
              <a:sym typeface="+mn-ea"/>
            </a:endParaRPr>
          </a:p>
        </p:txBody>
      </p:sp>
      <p:pic>
        <p:nvPicPr>
          <p:cNvPr id="5" name="图片 4" descr="5795d034-3098-11f0-8a14-a69b35f347e8"/>
          <p:cNvPicPr>
            <a:picLocks noChangeAspect="1"/>
          </p:cNvPicPr>
          <p:nvPr>
            <p:custDataLst>
              <p:tags r:id="rId2"/>
            </p:custDataLst>
          </p:nvPr>
        </p:nvPicPr>
        <p:blipFill>
          <a:blip r:embed="rId3"/>
          <a:stretch>
            <a:fillRect/>
          </a:stretch>
        </p:blipFill>
        <p:spPr>
          <a:xfrm>
            <a:off x="2070735" y="2117090"/>
            <a:ext cx="3412490" cy="2452370"/>
          </a:xfrm>
          <a:prstGeom prst="rect">
            <a:avLst/>
          </a:prstGeom>
        </p:spPr>
      </p:pic>
      <p:sp>
        <p:nvSpPr>
          <p:cNvPr id="3" name="内容占位符 3"/>
          <p:cNvSpPr>
            <a:spLocks noGrp="1"/>
          </p:cNvSpPr>
          <p:nvPr>
            <p:custDataLst>
              <p:tags r:id="rId4"/>
            </p:custDataLst>
          </p:nvPr>
        </p:nvSpPr>
        <p:spPr>
          <a:xfrm>
            <a:off x="6172200" y="1364400"/>
            <a:ext cx="5323840" cy="4813200"/>
          </a:xfrm>
          <a:prstGeom prst="rect">
            <a:avLst/>
          </a:prstGeom>
        </p:spPr>
        <p:txBody>
          <a:bodyPr vert="horz" wrap="square" lIns="0" tIns="0" rIns="0" bIns="0" rtlCol="0">
            <a:normAutofit fontScale="6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ea"/>
                <a:ea typeface="+mn-ea"/>
                <a:cs typeface="+mn-ea"/>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a:r>
              <a:rPr lang="zh-CN" altLang="en-US">
                <a:solidFill>
                  <a:schemeClr val="tx1"/>
                </a:solidFill>
              </a:rPr>
              <a:t>系统框架设计</a:t>
            </a:r>
            <a:endParaRPr lang="zh-CN" altLang="en-US">
              <a:solidFill>
                <a:schemeClr val="tx1"/>
              </a:solidFill>
            </a:endParaRPr>
          </a:p>
          <a:p>
            <a:pPr marL="685800" lvl="1"/>
            <a:r>
              <a:rPr lang="zh-CN" altLang="en-US">
                <a:solidFill>
                  <a:schemeClr val="tx1"/>
                </a:solidFill>
              </a:rPr>
              <a:t>系统由Data、Service、View三层组成</a:t>
            </a:r>
            <a:endParaRPr lang="zh-CN" altLang="en-US">
              <a:solidFill>
                <a:schemeClr val="tx1"/>
              </a:solidFill>
            </a:endParaRPr>
          </a:p>
          <a:p>
            <a:pPr marL="228600" lvl="0"/>
            <a:r>
              <a:rPr lang="zh-CN" altLang="en-US">
                <a:solidFill>
                  <a:schemeClr val="tx1"/>
                </a:solidFill>
              </a:rPr>
              <a:t>系统模板的划分</a:t>
            </a:r>
            <a:endParaRPr lang="zh-CN" altLang="en-US">
              <a:solidFill>
                <a:schemeClr val="tx1"/>
              </a:solidFill>
            </a:endParaRPr>
          </a:p>
          <a:p>
            <a:pPr marL="685800" lvl="1"/>
            <a:r>
              <a:rPr lang="zh-CN" altLang="en-US">
                <a:solidFill>
                  <a:schemeClr val="tx1"/>
                </a:solidFill>
              </a:rPr>
              <a:t>系统模块包括用户、推荐、日志和定时任务，各司其职提升性能</a:t>
            </a:r>
            <a:endParaRPr lang="zh-CN" altLang="en-US">
              <a:solidFill>
                <a:schemeClr val="tx1"/>
              </a:solidFill>
            </a:endParaRPr>
          </a:p>
          <a:p>
            <a:pPr marL="228600" lvl="0"/>
            <a:r>
              <a:rPr lang="zh-CN" altLang="en-US">
                <a:solidFill>
                  <a:schemeClr val="tx1"/>
                </a:solidFill>
              </a:rPr>
              <a:t>用户模块</a:t>
            </a:r>
            <a:endParaRPr lang="zh-CN" altLang="en-US">
              <a:solidFill>
                <a:schemeClr val="tx1"/>
              </a:solidFill>
            </a:endParaRPr>
          </a:p>
          <a:p>
            <a:pPr marL="685800" lvl="1"/>
            <a:r>
              <a:rPr lang="zh-CN" altLang="en-US">
                <a:solidFill>
                  <a:schemeClr val="tx1"/>
                </a:solidFill>
              </a:rPr>
              <a:t>用户模块包括登录、注册及视频互动，提升内容推荐准确性</a:t>
            </a:r>
            <a:endParaRPr lang="zh-CN" altLang="en-US">
              <a:solidFill>
                <a:schemeClr val="tx1"/>
              </a:solidFill>
            </a:endParaRPr>
          </a:p>
          <a:p>
            <a:pPr marL="228600" lvl="0"/>
            <a:r>
              <a:rPr lang="zh-CN" altLang="en-US">
                <a:solidFill>
                  <a:schemeClr val="tx1"/>
                </a:solidFill>
              </a:rPr>
              <a:t>推荐模板</a:t>
            </a:r>
            <a:endParaRPr lang="zh-CN" altLang="en-US">
              <a:solidFill>
                <a:schemeClr val="tx1"/>
              </a:solidFill>
            </a:endParaRPr>
          </a:p>
          <a:p>
            <a:pPr marL="685800" lvl="1"/>
            <a:r>
              <a:rPr lang="zh-CN" altLang="en-US">
                <a:solidFill>
                  <a:schemeClr val="tx1"/>
                </a:solidFill>
              </a:rPr>
              <a:t>推荐模块通过离线计算用户画像与观看记录，实现个性化视频推荐</a:t>
            </a:r>
            <a:endParaRPr lang="zh-CN" altLang="en-US">
              <a:solidFill>
                <a:schemeClr val="tx1"/>
              </a:solidFill>
            </a:endParaRPr>
          </a:p>
          <a:p>
            <a:pPr marL="228600" lvl="0"/>
            <a:r>
              <a:rPr lang="zh-CN" altLang="en-US">
                <a:solidFill>
                  <a:schemeClr val="tx1"/>
                </a:solidFill>
              </a:rPr>
              <a:t>日志模板</a:t>
            </a:r>
            <a:endParaRPr lang="zh-CN" altLang="en-US">
              <a:solidFill>
                <a:schemeClr val="tx1"/>
              </a:solidFill>
            </a:endParaRPr>
          </a:p>
          <a:p>
            <a:pPr marL="685800" lvl="1"/>
            <a:r>
              <a:rPr lang="zh-CN" altLang="en-US">
                <a:solidFill>
                  <a:schemeClr val="tx1"/>
                </a:solidFill>
              </a:rPr>
              <a:t>日志模块主要负责收集用户的观看、点赞记录以及评论，并将它们转化为相对应的格式传入数据库中。</a:t>
            </a:r>
            <a:endParaRPr lang="zh-CN" altLang="en-US">
              <a:solidFill>
                <a:schemeClr val="tx1"/>
              </a:solidFill>
            </a:endParaRPr>
          </a:p>
          <a:p>
            <a:pPr marL="228600" lvl="0"/>
            <a:r>
              <a:rPr lang="zh-CN" altLang="en-US">
                <a:solidFill>
                  <a:schemeClr val="tx1"/>
                </a:solidFill>
              </a:rPr>
              <a:t>任务模块</a:t>
            </a:r>
            <a:endParaRPr lang="zh-CN" altLang="en-US">
              <a:solidFill>
                <a:schemeClr val="tx1"/>
              </a:solidFill>
            </a:endParaRPr>
          </a:p>
          <a:p>
            <a:pPr marL="685800" lvl="1"/>
            <a:r>
              <a:rPr lang="zh-CN" altLang="en-US">
                <a:solidFill>
                  <a:schemeClr val="tx1"/>
                </a:solidFill>
              </a:rPr>
              <a:t>系统采用离线部署，减少用户等待，每10%交互增长后重训模型</a:t>
            </a:r>
            <a:endParaRPr lang="zh-CN" altLang="en-US">
              <a:solidFill>
                <a:schemeClr val="tx1"/>
              </a:solidFill>
            </a:endParaRPr>
          </a:p>
        </p:txBody>
      </p:sp>
      <p:pic>
        <p:nvPicPr>
          <p:cNvPr id="4" name="图片 3"/>
          <p:cNvPicPr>
            <a:picLocks noChangeAspect="1"/>
          </p:cNvPicPr>
          <p:nvPr/>
        </p:nvPicPr>
        <p:blipFill>
          <a:blip r:embed="rId5"/>
          <a:stretch>
            <a:fillRect/>
          </a:stretch>
        </p:blipFill>
        <p:spPr>
          <a:xfrm>
            <a:off x="554990" y="1828165"/>
            <a:ext cx="1515745" cy="3594735"/>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数据库设计：数据表的详细设计</a:t>
            </a:r>
            <a:endParaRPr lang="zh-CN" altLang="en-US" dirty="0">
              <a:sym typeface="+mn-ea"/>
            </a:endParaRPr>
          </a:p>
        </p:txBody>
      </p:sp>
      <p:sp>
        <p:nvSpPr>
          <p:cNvPr id="2" name="矩形 1"/>
          <p:cNvSpPr/>
          <p:nvPr>
            <p:custDataLst>
              <p:tags r:id="rId2"/>
            </p:custDataLst>
          </p:nvPr>
        </p:nvSpPr>
        <p:spPr>
          <a:xfrm>
            <a:off x="696000" y="2324989"/>
            <a:ext cx="3287233" cy="841490"/>
          </a:xfrm>
          <a:prstGeom prst="rect">
            <a:avLst/>
          </a:prstGeom>
          <a:noFill/>
        </p:spPr>
        <p:txBody>
          <a:bodyPr wrap="square" lIns="0" tIns="0" rIns="0" bIns="0" rtlCol="0" anchor="t" anchorCtr="0">
            <a:normAutofit/>
          </a:bodyPr>
          <a:p>
            <a:pPr algn="r">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rPr>
              <a:t>用户表设计：用户ID唯一标识，包含名称、密码、爱好等，可为空除ID外</a:t>
            </a:r>
            <a:endParaRPr lang="zh-CN" altLang="en-US" sz="1600" dirty="0">
              <a:ln>
                <a:noFill/>
                <a:prstDash val="sysDot"/>
              </a:ln>
              <a:solidFill>
                <a:schemeClr val="tx1">
                  <a:lumMod val="85000"/>
                  <a:lumOff val="15000"/>
                </a:schemeClr>
              </a:solidFill>
              <a:latin typeface="+mn-ea"/>
              <a:cs typeface="+mn-ea"/>
            </a:endParaRPr>
          </a:p>
        </p:txBody>
      </p:sp>
      <p:sp>
        <p:nvSpPr>
          <p:cNvPr id="7" name="矩形 6"/>
          <p:cNvSpPr/>
          <p:nvPr>
            <p:custDataLst>
              <p:tags r:id="rId3"/>
            </p:custDataLst>
          </p:nvPr>
        </p:nvSpPr>
        <p:spPr>
          <a:xfrm>
            <a:off x="696000" y="1668365"/>
            <a:ext cx="3287233" cy="608529"/>
          </a:xfrm>
          <a:prstGeom prst="rect">
            <a:avLst/>
          </a:prstGeom>
          <a:noFill/>
        </p:spPr>
        <p:txBody>
          <a:bodyPr wrap="square" lIns="0" tIns="0" rIns="0" bIns="0" rtlCol="0" anchor="b">
            <a:normAutofit/>
          </a:bodyPr>
          <a:p>
            <a:pPr algn="r">
              <a:spcBef>
                <a:spcPct val="0"/>
              </a:spcBef>
              <a:spcAft>
                <a:spcPct val="0"/>
              </a:spcAft>
              <a:buClr>
                <a:schemeClr val="accent1"/>
              </a:buClr>
              <a:buSzPct val="70000"/>
            </a:pPr>
            <a:r>
              <a:rPr lang="zh-CN" altLang="en-US" sz="2400" b="1">
                <a:solidFill>
                  <a:schemeClr val="accent1"/>
                </a:solidFill>
                <a:latin typeface="+mn-ea"/>
                <a:cs typeface="+mn-ea"/>
              </a:rPr>
              <a:t>用户信息表设计</a:t>
            </a:r>
            <a:endParaRPr lang="zh-CN" altLang="en-US" sz="2400" b="1">
              <a:solidFill>
                <a:schemeClr val="accent1"/>
              </a:solidFill>
              <a:latin typeface="+mn-ea"/>
              <a:cs typeface="+mn-ea"/>
            </a:endParaRPr>
          </a:p>
        </p:txBody>
      </p:sp>
      <p:sp>
        <p:nvSpPr>
          <p:cNvPr id="8" name="矩形 7"/>
          <p:cNvSpPr/>
          <p:nvPr>
            <p:custDataLst>
              <p:tags r:id="rId4"/>
            </p:custDataLst>
          </p:nvPr>
        </p:nvSpPr>
        <p:spPr>
          <a:xfrm>
            <a:off x="696000" y="4625713"/>
            <a:ext cx="3287233" cy="841490"/>
          </a:xfrm>
          <a:prstGeom prst="rect">
            <a:avLst/>
          </a:prstGeom>
          <a:noFill/>
        </p:spPr>
        <p:txBody>
          <a:bodyPr wrap="square" lIns="0" tIns="0" rIns="0" bIns="0" rtlCol="0" anchor="t" anchorCtr="0">
            <a:normAutofit/>
          </a:bodyPr>
          <a:p>
            <a:pPr algn="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用户评论表记录用户ID、视频ID和评论内容，三者均不能为空</a:t>
            </a:r>
            <a:endParaRPr lang="zh-CN" altLang="en-US" sz="1600">
              <a:ln>
                <a:noFill/>
                <a:prstDash val="sysDot"/>
              </a:ln>
              <a:solidFill>
                <a:schemeClr val="tx1">
                  <a:lumMod val="85000"/>
                  <a:lumOff val="15000"/>
                </a:schemeClr>
              </a:solidFill>
              <a:latin typeface="+mn-ea"/>
              <a:cs typeface="+mn-ea"/>
            </a:endParaRPr>
          </a:p>
        </p:txBody>
      </p:sp>
      <p:sp>
        <p:nvSpPr>
          <p:cNvPr id="9" name="矩形 8"/>
          <p:cNvSpPr/>
          <p:nvPr>
            <p:custDataLst>
              <p:tags r:id="rId5"/>
            </p:custDataLst>
          </p:nvPr>
        </p:nvSpPr>
        <p:spPr>
          <a:xfrm>
            <a:off x="696000" y="3960198"/>
            <a:ext cx="3287233" cy="608529"/>
          </a:xfrm>
          <a:prstGeom prst="rect">
            <a:avLst/>
          </a:prstGeom>
          <a:noFill/>
        </p:spPr>
        <p:txBody>
          <a:bodyPr wrap="square" lIns="0" tIns="0" rIns="0" bIns="0" rtlCol="0" anchor="b">
            <a:normAutofit/>
          </a:bodyPr>
          <a:p>
            <a:pPr algn="r">
              <a:spcBef>
                <a:spcPct val="0"/>
              </a:spcBef>
              <a:spcAft>
                <a:spcPct val="0"/>
              </a:spcAft>
              <a:buClr>
                <a:schemeClr val="accent1"/>
              </a:buClr>
              <a:buSzPct val="70000"/>
            </a:pPr>
            <a:r>
              <a:rPr lang="zh-CN" altLang="en-US" sz="2400" b="1">
                <a:solidFill>
                  <a:schemeClr val="accent3"/>
                </a:solidFill>
                <a:latin typeface="+mn-ea"/>
                <a:cs typeface="+mn-ea"/>
              </a:rPr>
              <a:t>用户评论表设计</a:t>
            </a:r>
            <a:endParaRPr lang="zh-CN" altLang="en-US" sz="2400" b="1">
              <a:solidFill>
                <a:schemeClr val="accent3"/>
              </a:solidFill>
              <a:latin typeface="+mn-ea"/>
              <a:cs typeface="+mn-ea"/>
            </a:endParaRPr>
          </a:p>
        </p:txBody>
      </p:sp>
      <p:sp>
        <p:nvSpPr>
          <p:cNvPr id="10" name="矩形 9"/>
          <p:cNvSpPr/>
          <p:nvPr>
            <p:custDataLst>
              <p:tags r:id="rId6"/>
            </p:custDataLst>
          </p:nvPr>
        </p:nvSpPr>
        <p:spPr>
          <a:xfrm>
            <a:off x="8209072" y="2336420"/>
            <a:ext cx="3287234" cy="841490"/>
          </a:xfrm>
          <a:prstGeom prst="rect">
            <a:avLst/>
          </a:prstGeom>
          <a:noFill/>
        </p:spPr>
        <p:txBody>
          <a:bodyPr wrap="square" lIns="0" tIns="0" rIns="0" bIns="0" rtlCol="0" anchor="t" anchorCtr="0">
            <a:normAutofit/>
          </a:bodyPr>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视频信息表含唯一ID、标题、标签、观看及点赞次数，均不可为空</a:t>
            </a:r>
            <a:endParaRPr lang="zh-CN" altLang="en-US" sz="1600">
              <a:ln>
                <a:noFill/>
                <a:prstDash val="sysDot"/>
              </a:ln>
              <a:solidFill>
                <a:schemeClr val="tx1">
                  <a:lumMod val="85000"/>
                  <a:lumOff val="15000"/>
                </a:schemeClr>
              </a:solidFill>
              <a:latin typeface="+mn-ea"/>
              <a:cs typeface="+mn-ea"/>
            </a:endParaRPr>
          </a:p>
        </p:txBody>
      </p:sp>
      <p:sp>
        <p:nvSpPr>
          <p:cNvPr id="11" name="矩形 10"/>
          <p:cNvSpPr/>
          <p:nvPr>
            <p:custDataLst>
              <p:tags r:id="rId7"/>
            </p:custDataLst>
          </p:nvPr>
        </p:nvSpPr>
        <p:spPr>
          <a:xfrm>
            <a:off x="8209072" y="1668365"/>
            <a:ext cx="3287234" cy="608529"/>
          </a:xfrm>
          <a:prstGeom prst="rect">
            <a:avLst/>
          </a:prstGeom>
          <a:noFill/>
        </p:spPr>
        <p:txBody>
          <a:bodyPr wrap="square" lIns="0" tIns="0" rIns="0" bIns="0" rtlCol="0" anchor="b">
            <a:normAutofit/>
          </a:bodyPr>
          <a:p>
            <a:pPr>
              <a:spcBef>
                <a:spcPct val="0"/>
              </a:spcBef>
              <a:spcAft>
                <a:spcPct val="0"/>
              </a:spcAft>
              <a:buClr>
                <a:schemeClr val="accent1"/>
              </a:buClr>
              <a:buSzPct val="70000"/>
            </a:pPr>
            <a:r>
              <a:rPr lang="zh-CN" altLang="en-US" sz="2400" b="1">
                <a:solidFill>
                  <a:schemeClr val="accent2"/>
                </a:solidFill>
                <a:latin typeface="+mn-ea"/>
                <a:cs typeface="+mn-ea"/>
              </a:rPr>
              <a:t>视频信息表设计</a:t>
            </a:r>
            <a:endParaRPr lang="zh-CN" altLang="en-US" sz="2400" b="1">
              <a:solidFill>
                <a:schemeClr val="accent2"/>
              </a:solidFill>
              <a:latin typeface="+mn-ea"/>
              <a:cs typeface="+mn-ea"/>
            </a:endParaRPr>
          </a:p>
        </p:txBody>
      </p:sp>
      <p:sp>
        <p:nvSpPr>
          <p:cNvPr id="12" name="矩形 11"/>
          <p:cNvSpPr/>
          <p:nvPr>
            <p:custDataLst>
              <p:tags r:id="rId8"/>
            </p:custDataLst>
          </p:nvPr>
        </p:nvSpPr>
        <p:spPr>
          <a:xfrm>
            <a:off x="8209072" y="4625713"/>
            <a:ext cx="3287234" cy="841490"/>
          </a:xfrm>
          <a:prstGeom prst="rect">
            <a:avLst/>
          </a:prstGeom>
          <a:noFill/>
        </p:spPr>
        <p:txBody>
          <a:bodyPr wrap="square" lIns="0" tIns="0" rIns="0" bIns="0" rtlCol="0" anchor="t" anchorCtr="0">
            <a:normAutofit/>
          </a:bodyPr>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用户观看记录表包含用户id、视频id和时间戳，均不可为空</a:t>
            </a:r>
            <a:endParaRPr lang="zh-CN" altLang="en-US" sz="1600">
              <a:ln>
                <a:noFill/>
                <a:prstDash val="sysDot"/>
              </a:ln>
              <a:solidFill>
                <a:schemeClr val="tx1">
                  <a:lumMod val="85000"/>
                  <a:lumOff val="15000"/>
                </a:schemeClr>
              </a:solidFill>
              <a:latin typeface="+mn-ea"/>
              <a:cs typeface="+mn-ea"/>
            </a:endParaRPr>
          </a:p>
        </p:txBody>
      </p:sp>
      <p:sp>
        <p:nvSpPr>
          <p:cNvPr id="18" name="矩形 17"/>
          <p:cNvSpPr/>
          <p:nvPr>
            <p:custDataLst>
              <p:tags r:id="rId9"/>
            </p:custDataLst>
          </p:nvPr>
        </p:nvSpPr>
        <p:spPr>
          <a:xfrm>
            <a:off x="8209072" y="3961468"/>
            <a:ext cx="3287234" cy="608529"/>
          </a:xfrm>
          <a:prstGeom prst="rect">
            <a:avLst/>
          </a:prstGeom>
          <a:noFill/>
        </p:spPr>
        <p:txBody>
          <a:bodyPr wrap="square" lIns="0" tIns="0" rIns="0" bIns="0" rtlCol="0" anchor="b">
            <a:normAutofit/>
          </a:bodyPr>
          <a:p>
            <a:pPr>
              <a:spcBef>
                <a:spcPct val="0"/>
              </a:spcBef>
              <a:spcAft>
                <a:spcPct val="0"/>
              </a:spcAft>
              <a:buClr>
                <a:schemeClr val="accent1"/>
              </a:buClr>
              <a:buSzPct val="70000"/>
            </a:pPr>
            <a:r>
              <a:rPr lang="zh-CN" altLang="en-US" sz="2400" b="1">
                <a:solidFill>
                  <a:schemeClr val="accent4"/>
                </a:solidFill>
                <a:latin typeface="+mn-ea"/>
                <a:cs typeface="+mn-ea"/>
              </a:rPr>
              <a:t>用户观看记录表设计</a:t>
            </a:r>
            <a:endParaRPr lang="zh-CN" altLang="en-US" sz="2400" b="1">
              <a:solidFill>
                <a:schemeClr val="accent4"/>
              </a:solidFill>
              <a:latin typeface="+mn-ea"/>
              <a:cs typeface="+mn-ea"/>
            </a:endParaRPr>
          </a:p>
        </p:txBody>
      </p:sp>
      <p:pic>
        <p:nvPicPr>
          <p:cNvPr id="19" name="图片 18" descr="/data/temp/58451ea4-3098-11f0-8593-ba9d7b6b2361.jpg@base@tag=imgScale&amp;m=1&amp;w=450&amp;h=450&amp;q=9558451ea4-3098-11f0-8593-ba9d7b6b2361"/>
          <p:cNvPicPr>
            <a:picLocks noChangeAspect="1"/>
          </p:cNvPicPr>
          <p:nvPr>
            <p:custDataLst>
              <p:tags r:id="rId10"/>
            </p:custDataLst>
          </p:nvPr>
        </p:nvPicPr>
        <p:blipFill rotWithShape="1">
          <a:blip r:embed="rId11"/>
          <a:srcRect l="16667" r="16667"/>
          <a:stretch>
            <a:fillRect/>
          </a:stretch>
        </p:blipFill>
        <p:spPr>
          <a:xfrm>
            <a:off x="4318226" y="1769335"/>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pic>
        <p:nvPicPr>
          <p:cNvPr id="25" name="图片 24" descr="/data/temp/58452125-3098-11f0-8593-ba9d7b6b2361.jpg@base@tag=imgScale&amp;m=1&amp;w=450&amp;h=450&amp;q=9558452125-3098-11f0-8593-ba9d7b6b2361"/>
          <p:cNvPicPr>
            <a:picLocks noChangeAspect="1"/>
          </p:cNvPicPr>
          <p:nvPr>
            <p:custDataLst>
              <p:tags r:id="rId12"/>
            </p:custDataLst>
          </p:nvPr>
        </p:nvPicPr>
        <p:blipFill rotWithShape="1">
          <a:blip r:embed="rId13"/>
          <a:srcRect l="4637" r="4637"/>
          <a:stretch>
            <a:fillRect/>
          </a:stretch>
        </p:blipFill>
        <p:spPr>
          <a:xfrm>
            <a:off x="6278572" y="1769335"/>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pic>
        <p:nvPicPr>
          <p:cNvPr id="26" name="图片 25" descr="/data/temp/58452107-3098-11f0-8593-ba9d7b6b2361.jpg@base@tag=imgScale&amp;m=1&amp;w=450&amp;h=450&amp;q=9558452107-3098-11f0-8593-ba9d7b6b2361"/>
          <p:cNvPicPr>
            <a:picLocks noChangeAspect="1"/>
          </p:cNvPicPr>
          <p:nvPr>
            <p:custDataLst>
              <p:tags r:id="rId14"/>
            </p:custDataLst>
          </p:nvPr>
        </p:nvPicPr>
        <p:blipFill>
          <a:blip r:embed="rId15"/>
          <a:srcRect/>
          <a:stretch>
            <a:fillRect/>
          </a:stretch>
        </p:blipFill>
        <p:spPr>
          <a:xfrm>
            <a:off x="4323307" y="392844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pic>
        <p:nvPicPr>
          <p:cNvPr id="27" name="图片 26" descr="/data/temp/584522b4-3098-11f0-8593-ba9d7b6b2361.jpg@base@tag=imgScale&amp;m=1&amp;w=450&amp;h=450&amp;q=95584522b4-3098-11f0-8593-ba9d7b6b2361"/>
          <p:cNvPicPr>
            <a:picLocks noChangeAspect="1"/>
          </p:cNvPicPr>
          <p:nvPr>
            <p:custDataLst>
              <p:tags r:id="rId16"/>
            </p:custDataLst>
          </p:nvPr>
        </p:nvPicPr>
        <p:blipFill>
          <a:blip r:embed="rId17"/>
          <a:srcRect l="10111" t="13556" r="9889" b="6444"/>
          <a:stretch>
            <a:fillRect/>
          </a:stretch>
        </p:blipFill>
        <p:spPr>
          <a:xfrm>
            <a:off x="6278572" y="392844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31" name="八边形 30"/>
          <p:cNvSpPr/>
          <p:nvPr>
            <p:custDataLst>
              <p:tags r:id="rId18"/>
            </p:custDataLst>
          </p:nvPr>
        </p:nvSpPr>
        <p:spPr>
          <a:xfrm>
            <a:off x="4318226" y="2882548"/>
            <a:ext cx="506392" cy="506392"/>
          </a:xfrm>
          <a:prstGeom prst="oct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p>
            <a:pPr algn="ctr">
              <a:spcBef>
                <a:spcPct val="0"/>
              </a:spcBef>
              <a:spcAft>
                <a:spcPct val="0"/>
              </a:spcAft>
            </a:pPr>
            <a:r>
              <a:rPr lang="en-US" altLang="zh-CN" sz="1600" b="1">
                <a:solidFill>
                  <a:schemeClr val="lt1"/>
                </a:solidFill>
                <a:latin typeface="+mn-ea"/>
                <a:cs typeface="+mn-ea"/>
                <a:sym typeface="+mn-ea"/>
              </a:rPr>
              <a:t>01</a:t>
            </a:r>
            <a:endParaRPr lang="en-US" altLang="zh-CN" sz="1600" b="1" dirty="0">
              <a:solidFill>
                <a:schemeClr val="lt1"/>
              </a:solidFill>
              <a:latin typeface="+mn-ea"/>
              <a:cs typeface="+mn-ea"/>
              <a:sym typeface="+mn-ea"/>
            </a:endParaRPr>
          </a:p>
        </p:txBody>
      </p:sp>
      <p:sp>
        <p:nvSpPr>
          <p:cNvPr id="32" name="八边形 31"/>
          <p:cNvSpPr/>
          <p:nvPr>
            <p:custDataLst>
              <p:tags r:id="rId19"/>
            </p:custDataLst>
          </p:nvPr>
        </p:nvSpPr>
        <p:spPr>
          <a:xfrm>
            <a:off x="7391785" y="2882548"/>
            <a:ext cx="506392" cy="506392"/>
          </a:xfrm>
          <a:prstGeom prst="octag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p>
            <a:pPr algn="ctr">
              <a:spcBef>
                <a:spcPct val="0"/>
              </a:spcBef>
              <a:spcAft>
                <a:spcPct val="0"/>
              </a:spcAft>
            </a:pPr>
            <a:r>
              <a:rPr lang="en-US" altLang="zh-CN" sz="1600" b="1">
                <a:solidFill>
                  <a:schemeClr val="lt1"/>
                </a:solidFill>
                <a:latin typeface="+mn-ea"/>
                <a:cs typeface="+mn-ea"/>
                <a:sym typeface="+mn-ea"/>
              </a:rPr>
              <a:t>02</a:t>
            </a:r>
            <a:endParaRPr lang="en-US" altLang="zh-CN" sz="1600" b="1" dirty="0">
              <a:solidFill>
                <a:schemeClr val="lt1"/>
              </a:solidFill>
              <a:latin typeface="+mn-ea"/>
              <a:cs typeface="+mn-ea"/>
              <a:sym typeface="+mn-ea"/>
            </a:endParaRPr>
          </a:p>
        </p:txBody>
      </p:sp>
      <p:sp>
        <p:nvSpPr>
          <p:cNvPr id="33" name="八边形 32"/>
          <p:cNvSpPr/>
          <p:nvPr>
            <p:custDataLst>
              <p:tags r:id="rId20"/>
            </p:custDataLst>
          </p:nvPr>
        </p:nvSpPr>
        <p:spPr>
          <a:xfrm>
            <a:off x="4318226" y="5041659"/>
            <a:ext cx="506392" cy="506392"/>
          </a:xfrm>
          <a:prstGeom prst="octag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p>
            <a:pPr algn="ctr">
              <a:spcBef>
                <a:spcPct val="0"/>
              </a:spcBef>
              <a:spcAft>
                <a:spcPct val="0"/>
              </a:spcAft>
            </a:pPr>
            <a:r>
              <a:rPr lang="en-US" altLang="zh-CN" sz="1600" b="1">
                <a:solidFill>
                  <a:schemeClr val="lt1"/>
                </a:solidFill>
                <a:latin typeface="+mn-ea"/>
                <a:cs typeface="+mn-ea"/>
                <a:sym typeface="+mn-ea"/>
              </a:rPr>
              <a:t>03</a:t>
            </a:r>
            <a:endParaRPr lang="en-US" altLang="zh-CN" sz="1600" b="1" dirty="0">
              <a:solidFill>
                <a:schemeClr val="lt1"/>
              </a:solidFill>
              <a:latin typeface="+mn-ea"/>
              <a:cs typeface="+mn-ea"/>
              <a:sym typeface="+mn-ea"/>
            </a:endParaRPr>
          </a:p>
        </p:txBody>
      </p:sp>
      <p:sp>
        <p:nvSpPr>
          <p:cNvPr id="34" name="八边形 33"/>
          <p:cNvSpPr/>
          <p:nvPr>
            <p:custDataLst>
              <p:tags r:id="rId21"/>
            </p:custDataLst>
          </p:nvPr>
        </p:nvSpPr>
        <p:spPr>
          <a:xfrm>
            <a:off x="7391785" y="5041659"/>
            <a:ext cx="506392" cy="506392"/>
          </a:xfrm>
          <a:prstGeom prst="octag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rmAutofit/>
          </a:bodyPr>
          <a:p>
            <a:pPr algn="ctr">
              <a:spcBef>
                <a:spcPct val="0"/>
              </a:spcBef>
              <a:spcAft>
                <a:spcPct val="0"/>
              </a:spcAft>
            </a:pPr>
            <a:r>
              <a:rPr lang="en-US" altLang="zh-CN" sz="1600" b="1">
                <a:solidFill>
                  <a:schemeClr val="lt1"/>
                </a:solidFill>
                <a:latin typeface="+mn-ea"/>
                <a:cs typeface="+mn-ea"/>
                <a:sym typeface="+mn-ea"/>
              </a:rPr>
              <a:t>04</a:t>
            </a:r>
            <a:endParaRPr lang="en-US" altLang="zh-CN" sz="1600" b="1" dirty="0">
              <a:solidFill>
                <a:schemeClr val="lt1"/>
              </a:solidFill>
              <a:latin typeface="+mn-ea"/>
              <a:cs typeface="+mn-ea"/>
              <a:sym typeface="+mn-ea"/>
            </a:endParaRPr>
          </a:p>
        </p:txBody>
      </p:sp>
    </p:spTree>
    <p:custDataLst>
      <p:tags r:id="rId2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custDataLst>
              <p:tags r:id="rId1"/>
            </p:custDataLst>
          </p:nvPr>
        </p:nvSpPr>
        <p:spPr>
          <a:xfrm>
            <a:off x="695960" y="360000"/>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系统架构与层实现细节</a:t>
            </a:r>
            <a:endParaRPr lang="zh-CN" altLang="en-US"/>
          </a:p>
        </p:txBody>
      </p:sp>
      <p:sp>
        <p:nvSpPr>
          <p:cNvPr id="8" name="矩形 2"/>
          <p:cNvSpPr/>
          <p:nvPr>
            <p:custDataLst>
              <p:tags r:id="rId2"/>
            </p:custDataLst>
          </p:nvPr>
        </p:nvSpPr>
        <p:spPr>
          <a:xfrm>
            <a:off x="901061"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Data层通过ORM系统实现模型类与数据库表的映射，支持基本的数据库操作，如增添、删除、修改和查询。</a:t>
            </a:r>
            <a:endParaRPr lang="zh-CN" altLang="en-US" sz="1200" kern="0">
              <a:ln>
                <a:noFill/>
                <a:prstDash val="sysDot"/>
              </a:ln>
              <a:solidFill>
                <a:schemeClr val="tx1">
                  <a:lumMod val="85000"/>
                  <a:lumOff val="15000"/>
                </a:schemeClr>
              </a:solidFill>
              <a:latin typeface="+mn-ea"/>
              <a:cs typeface="+mn-ea"/>
            </a:endParaRPr>
          </a:p>
        </p:txBody>
      </p:sp>
      <p:sp>
        <p:nvSpPr>
          <p:cNvPr id="9" name="矩形 3"/>
          <p:cNvSpPr/>
          <p:nvPr>
            <p:custDataLst>
              <p:tags r:id="rId3"/>
            </p:custDataLst>
          </p:nvPr>
        </p:nvSpPr>
        <p:spPr>
          <a:xfrm>
            <a:off x="901061" y="3055923"/>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Data层：数据库操作与ORM映射</a:t>
            </a:r>
            <a:endParaRPr lang="zh-CN" altLang="en-US" sz="1700" b="1" kern="0">
              <a:solidFill>
                <a:schemeClr val="accent1"/>
              </a:solidFill>
              <a:latin typeface="+mn-ea"/>
              <a:cs typeface="+mn-ea"/>
            </a:endParaRPr>
          </a:p>
        </p:txBody>
      </p:sp>
      <p:sp>
        <p:nvSpPr>
          <p:cNvPr id="13" name="矩形 4"/>
          <p:cNvSpPr/>
          <p:nvPr>
            <p:custDataLst>
              <p:tags r:id="rId4"/>
            </p:custDataLst>
          </p:nvPr>
        </p:nvSpPr>
        <p:spPr>
          <a:xfrm>
            <a:off x="901061"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01</a:t>
            </a:r>
            <a:endParaRPr lang="zh-CN" altLang="en-US" sz="7200" b="1" kern="0">
              <a:solidFill>
                <a:schemeClr val="accent1"/>
              </a:solidFill>
              <a:latin typeface="+mn-ea"/>
              <a:cs typeface="+mn-ea"/>
            </a:endParaRPr>
          </a:p>
        </p:txBody>
      </p:sp>
      <p:sp>
        <p:nvSpPr>
          <p:cNvPr id="16" name="矩形 5"/>
          <p:cNvSpPr/>
          <p:nvPr>
            <p:custDataLst>
              <p:tags r:id="rId5"/>
            </p:custDataLst>
          </p:nvPr>
        </p:nvSpPr>
        <p:spPr>
          <a:xfrm>
            <a:off x="3707704"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View层处理HTTP请求，通过Django REST Framework提供RESTful API接口，实现业务逻辑调用，遵循"关注点分离"原则。</a:t>
            </a:r>
            <a:endParaRPr lang="zh-CN" altLang="en-US" sz="1200" kern="0">
              <a:ln>
                <a:noFill/>
                <a:prstDash val="sysDot"/>
              </a:ln>
              <a:solidFill>
                <a:schemeClr val="tx1">
                  <a:lumMod val="85000"/>
                  <a:lumOff val="15000"/>
                </a:schemeClr>
              </a:solidFill>
              <a:latin typeface="+mn-ea"/>
              <a:cs typeface="+mn-ea"/>
            </a:endParaRPr>
          </a:p>
        </p:txBody>
      </p:sp>
      <p:sp>
        <p:nvSpPr>
          <p:cNvPr id="17" name="矩形 6"/>
          <p:cNvSpPr/>
          <p:nvPr>
            <p:custDataLst>
              <p:tags r:id="rId6"/>
            </p:custDataLst>
          </p:nvPr>
        </p:nvSpPr>
        <p:spPr>
          <a:xfrm>
            <a:off x="3707704" y="3055923"/>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View层：HTTP请求处理与业务逻辑调用</a:t>
            </a:r>
            <a:endParaRPr lang="zh-CN" altLang="en-US" sz="1700" b="1" kern="0">
              <a:solidFill>
                <a:schemeClr val="accent1"/>
              </a:solidFill>
              <a:latin typeface="+mn-ea"/>
              <a:cs typeface="+mn-ea"/>
            </a:endParaRPr>
          </a:p>
        </p:txBody>
      </p:sp>
      <p:sp>
        <p:nvSpPr>
          <p:cNvPr id="18" name="矩形 9"/>
          <p:cNvSpPr/>
          <p:nvPr>
            <p:custDataLst>
              <p:tags r:id="rId7"/>
            </p:custDataLst>
          </p:nvPr>
        </p:nvSpPr>
        <p:spPr>
          <a:xfrm>
            <a:off x="3707704"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02</a:t>
            </a:r>
            <a:endParaRPr lang="zh-CN" altLang="en-US" sz="7200" b="1" kern="0" dirty="0">
              <a:solidFill>
                <a:schemeClr val="accent1"/>
              </a:solidFill>
              <a:latin typeface="+mn-ea"/>
              <a:cs typeface="+mn-ea"/>
            </a:endParaRPr>
          </a:p>
        </p:txBody>
      </p:sp>
      <p:sp>
        <p:nvSpPr>
          <p:cNvPr id="20" name="矩形 10"/>
          <p:cNvSpPr/>
          <p:nvPr>
            <p:custDataLst>
              <p:tags r:id="rId8"/>
            </p:custDataLst>
          </p:nvPr>
        </p:nvSpPr>
        <p:spPr>
          <a:xfrm>
            <a:off x="6513712"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Service层将前端需求转化为业务操作，通过功能域的静态类组织，实现业务处理单元，如权限管理、资源处理等。</a:t>
            </a:r>
            <a:endParaRPr lang="zh-CN" altLang="en-US" sz="1200" kern="0">
              <a:ln>
                <a:noFill/>
                <a:prstDash val="sysDot"/>
              </a:ln>
              <a:solidFill>
                <a:schemeClr val="tx1">
                  <a:lumMod val="85000"/>
                  <a:lumOff val="15000"/>
                </a:schemeClr>
              </a:solidFill>
              <a:latin typeface="+mn-ea"/>
              <a:cs typeface="+mn-ea"/>
            </a:endParaRPr>
          </a:p>
        </p:txBody>
      </p:sp>
      <p:sp>
        <p:nvSpPr>
          <p:cNvPr id="21" name="矩形 11"/>
          <p:cNvSpPr/>
          <p:nvPr>
            <p:custDataLst>
              <p:tags r:id="rId9"/>
            </p:custDataLst>
          </p:nvPr>
        </p:nvSpPr>
        <p:spPr>
          <a:xfrm>
            <a:off x="6513712" y="3055923"/>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Service层：业务处理单元与领域职责划分</a:t>
            </a:r>
            <a:endParaRPr lang="zh-CN" altLang="en-US" sz="1700" b="1" kern="0">
              <a:solidFill>
                <a:schemeClr val="accent1"/>
              </a:solidFill>
              <a:latin typeface="+mn-ea"/>
              <a:cs typeface="+mn-ea"/>
            </a:endParaRPr>
          </a:p>
        </p:txBody>
      </p:sp>
      <p:sp>
        <p:nvSpPr>
          <p:cNvPr id="22" name="矩形 14"/>
          <p:cNvSpPr/>
          <p:nvPr>
            <p:custDataLst>
              <p:tags r:id="rId10"/>
            </p:custDataLst>
          </p:nvPr>
        </p:nvSpPr>
        <p:spPr>
          <a:xfrm>
            <a:off x="6513712"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03</a:t>
            </a:r>
            <a:endParaRPr lang="zh-CN" altLang="en-US" sz="7200" b="1" kern="0" dirty="0">
              <a:solidFill>
                <a:schemeClr val="accent1"/>
              </a:solidFill>
              <a:latin typeface="+mn-ea"/>
              <a:cs typeface="+mn-ea"/>
            </a:endParaRPr>
          </a:p>
        </p:txBody>
      </p:sp>
      <p:sp>
        <p:nvSpPr>
          <p:cNvPr id="24" name="矩形 27"/>
          <p:cNvSpPr/>
          <p:nvPr>
            <p:custDataLst>
              <p:tags r:id="rId11"/>
            </p:custDataLst>
          </p:nvPr>
        </p:nvSpPr>
        <p:spPr>
          <a:xfrm>
            <a:off x="9336864"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200" kern="0">
                <a:ln>
                  <a:noFill/>
                  <a:prstDash val="sysDot"/>
                </a:ln>
                <a:solidFill>
                  <a:schemeClr val="tx1">
                    <a:lumMod val="85000"/>
                    <a:lumOff val="15000"/>
                  </a:schemeClr>
                </a:solidFill>
                <a:latin typeface="+mn-ea"/>
                <a:cs typeface="+mn-ea"/>
              </a:rPr>
              <a:t>分层架构简化了单元测试，提升了代码维护效率，加快了新功能的开发响应速度。</a:t>
            </a:r>
            <a:endParaRPr lang="zh-CN" altLang="en-US" sz="1200" kern="0">
              <a:ln>
                <a:noFill/>
                <a:prstDash val="sysDot"/>
              </a:ln>
              <a:solidFill>
                <a:schemeClr val="tx1">
                  <a:lumMod val="85000"/>
                  <a:lumOff val="15000"/>
                </a:schemeClr>
              </a:solidFill>
              <a:latin typeface="+mn-ea"/>
              <a:cs typeface="+mn-ea"/>
            </a:endParaRPr>
          </a:p>
        </p:txBody>
      </p:sp>
      <p:sp>
        <p:nvSpPr>
          <p:cNvPr id="25" name="矩形 28"/>
          <p:cNvSpPr/>
          <p:nvPr>
            <p:custDataLst>
              <p:tags r:id="rId12"/>
            </p:custDataLst>
          </p:nvPr>
        </p:nvSpPr>
        <p:spPr>
          <a:xfrm>
            <a:off x="9336864" y="3055923"/>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系统架构优势：简化测试、提升维护效率</a:t>
            </a:r>
            <a:endParaRPr lang="zh-CN" altLang="en-US" sz="1700" b="1" kern="0">
              <a:solidFill>
                <a:schemeClr val="accent1"/>
              </a:solidFill>
              <a:latin typeface="+mn-ea"/>
              <a:cs typeface="+mn-ea"/>
            </a:endParaRPr>
          </a:p>
        </p:txBody>
      </p:sp>
      <p:sp>
        <p:nvSpPr>
          <p:cNvPr id="26" name="矩形 33"/>
          <p:cNvSpPr/>
          <p:nvPr>
            <p:custDataLst>
              <p:tags r:id="rId13"/>
            </p:custDataLst>
          </p:nvPr>
        </p:nvSpPr>
        <p:spPr>
          <a:xfrm>
            <a:off x="9336864"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04</a:t>
            </a:r>
            <a:endParaRPr lang="zh-CN" altLang="en-US" sz="7200" b="1" kern="0">
              <a:solidFill>
                <a:schemeClr val="accent1"/>
              </a:solidFill>
              <a:latin typeface="+mn-ea"/>
              <a:cs typeface="+mn-ea"/>
            </a:endParaRPr>
          </a:p>
        </p:txBody>
      </p:sp>
      <p:cxnSp>
        <p:nvCxnSpPr>
          <p:cNvPr id="35" name="直接连接符 13"/>
          <p:cNvCxnSpPr/>
          <p:nvPr>
            <p:custDataLst>
              <p:tags r:id="rId14"/>
            </p:custDataLst>
          </p:nvPr>
        </p:nvCxnSpPr>
        <p:spPr>
          <a:xfrm>
            <a:off x="695960"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6" name="直接连接符 18"/>
          <p:cNvCxnSpPr/>
          <p:nvPr>
            <p:custDataLst>
              <p:tags r:id="rId15"/>
            </p:custDataLst>
          </p:nvPr>
        </p:nvCxnSpPr>
        <p:spPr>
          <a:xfrm>
            <a:off x="3501968"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7" name="直接连接符 22"/>
          <p:cNvCxnSpPr/>
          <p:nvPr>
            <p:custDataLst>
              <p:tags r:id="rId16"/>
            </p:custDataLst>
          </p:nvPr>
        </p:nvCxnSpPr>
        <p:spPr>
          <a:xfrm>
            <a:off x="6307976"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8" name="直接连接符 26"/>
          <p:cNvCxnSpPr/>
          <p:nvPr>
            <p:custDataLst>
              <p:tags r:id="rId17"/>
            </p:custDataLst>
          </p:nvPr>
        </p:nvCxnSpPr>
        <p:spPr>
          <a:xfrm>
            <a:off x="9131763"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pic>
        <p:nvPicPr>
          <p:cNvPr id="39" name="图片 29" descr="/data/temp/7fdd3bdc-30c6-11f0-b521-4e2f25607e16.jpg@base@tag=imgScale&amp;m=1&amp;w=600&amp;h=360&amp;q=957fdd3bdc-30c6-11f0-b521-4e2f25607e16"/>
          <p:cNvPicPr>
            <a:picLocks noChangeAspect="1"/>
          </p:cNvPicPr>
          <p:nvPr>
            <p:custDataLst>
              <p:tags r:id="rId18"/>
            </p:custDataLst>
          </p:nvPr>
        </p:nvPicPr>
        <p:blipFill rotWithShape="1">
          <a:blip r:embed="rId19"/>
          <a:srcRect t="9750" b="9750"/>
          <a:stretch>
            <a:fillRect/>
          </a:stretch>
        </p:blipFill>
        <p:spPr>
          <a:xfrm>
            <a:off x="901061" y="4915165"/>
            <a:ext cx="2159956" cy="1295974"/>
          </a:xfrm>
          <a:prstGeom prst="rect">
            <a:avLst/>
          </a:prstGeom>
          <a:solidFill>
            <a:schemeClr val="accent1"/>
          </a:solidFill>
          <a:ln>
            <a:solidFill>
              <a:schemeClr val="accent1">
                <a:alpha val="20000"/>
              </a:schemeClr>
            </a:solidFill>
          </a:ln>
        </p:spPr>
      </p:pic>
      <p:pic>
        <p:nvPicPr>
          <p:cNvPr id="40" name="图片 30" descr="/data/temp/7fdd3b64-30c6-11f0-b521-4e2f25607e16.jpg@base@tag=imgScale&amp;m=1&amp;w=600&amp;h=360&amp;q=957fdd3b64-30c6-11f0-b521-4e2f25607e16"/>
          <p:cNvPicPr>
            <a:picLocks noChangeAspect="1"/>
          </p:cNvPicPr>
          <p:nvPr>
            <p:custDataLst>
              <p:tags r:id="rId20"/>
            </p:custDataLst>
          </p:nvPr>
        </p:nvPicPr>
        <p:blipFill rotWithShape="1">
          <a:blip r:embed="rId21"/>
          <a:srcRect t="3917" b="3917"/>
          <a:stretch>
            <a:fillRect/>
          </a:stretch>
        </p:blipFill>
        <p:spPr>
          <a:xfrm>
            <a:off x="3707704" y="4915165"/>
            <a:ext cx="2159956" cy="1295974"/>
          </a:xfrm>
          <a:prstGeom prst="rect">
            <a:avLst/>
          </a:prstGeom>
          <a:solidFill>
            <a:schemeClr val="accent1"/>
          </a:solidFill>
          <a:ln>
            <a:solidFill>
              <a:schemeClr val="accent1">
                <a:alpha val="20000"/>
              </a:schemeClr>
            </a:solidFill>
          </a:ln>
        </p:spPr>
      </p:pic>
      <p:pic>
        <p:nvPicPr>
          <p:cNvPr id="41" name="图片 31" descr="/data/temp/7fdd3be6-30c6-11f0-b521-4e2f25607e16.jpg@base@tag=imgScale&amp;m=1&amp;w=600&amp;h=360&amp;q=957fdd3be6-30c6-11f0-b521-4e2f25607e16"/>
          <p:cNvPicPr>
            <a:picLocks noChangeAspect="1"/>
          </p:cNvPicPr>
          <p:nvPr>
            <p:custDataLst>
              <p:tags r:id="rId22"/>
            </p:custDataLst>
          </p:nvPr>
        </p:nvPicPr>
        <p:blipFill rotWithShape="1">
          <a:blip r:embed="rId23"/>
          <a:srcRect t="10000" b="10000"/>
          <a:stretch>
            <a:fillRect/>
          </a:stretch>
        </p:blipFill>
        <p:spPr>
          <a:xfrm>
            <a:off x="6513712" y="4915165"/>
            <a:ext cx="2159956" cy="1295974"/>
          </a:xfrm>
          <a:prstGeom prst="rect">
            <a:avLst/>
          </a:prstGeom>
          <a:solidFill>
            <a:schemeClr val="accent1"/>
          </a:solidFill>
          <a:ln>
            <a:solidFill>
              <a:schemeClr val="accent1">
                <a:alpha val="20000"/>
              </a:schemeClr>
            </a:solidFill>
          </a:ln>
        </p:spPr>
      </p:pic>
      <p:pic>
        <p:nvPicPr>
          <p:cNvPr id="42" name="图片 32" descr="/data/temp/7fdd3bfe-30c6-11f0-b521-4e2f25607e16.jpg@base@tag=imgScale&amp;m=1&amp;w=600&amp;h=360&amp;q=957fdd3bfe-30c6-11f0-b521-4e2f25607e16"/>
          <p:cNvPicPr>
            <a:picLocks noChangeAspect="1"/>
          </p:cNvPicPr>
          <p:nvPr>
            <p:custDataLst>
              <p:tags r:id="rId24"/>
            </p:custDataLst>
          </p:nvPr>
        </p:nvPicPr>
        <p:blipFill rotWithShape="1">
          <a:blip r:embed="rId25"/>
          <a:srcRect t="1000" b="1000"/>
          <a:stretch>
            <a:fillRect/>
          </a:stretch>
        </p:blipFill>
        <p:spPr>
          <a:xfrm>
            <a:off x="9336864" y="4915165"/>
            <a:ext cx="2159956" cy="1295974"/>
          </a:xfrm>
          <a:prstGeom prst="rect">
            <a:avLst/>
          </a:prstGeom>
          <a:solidFill>
            <a:schemeClr val="accent1"/>
          </a:solidFill>
          <a:ln>
            <a:solidFill>
              <a:schemeClr val="accent1">
                <a:alpha val="20000"/>
              </a:schemeClr>
            </a:solidFill>
          </a:ln>
        </p:spPr>
      </p:pic>
    </p:spTree>
    <p:custDataLst>
      <p:tags r:id="rId2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形状 3"/>
          <p:cNvSpPr/>
          <p:nvPr>
            <p:custDataLst>
              <p:tags r:id="rId1"/>
            </p:custDataLst>
          </p:nvPr>
        </p:nvSpPr>
        <p:spPr>
          <a:xfrm flipH="1">
            <a:off x="6095998" y="1398587"/>
            <a:ext cx="5399999" cy="4875213"/>
          </a:xfrm>
          <a:custGeom>
            <a:avLst/>
            <a:gdLst>
              <a:gd name="connsiteX0" fmla="*/ 209537 w 5196591"/>
              <a:gd name="connsiteY0" fmla="*/ 0 h 4875213"/>
              <a:gd name="connsiteX1" fmla="*/ 4987054 w 5196591"/>
              <a:gd name="connsiteY1" fmla="*/ 0 h 4875213"/>
              <a:gd name="connsiteX2" fmla="*/ 4987064 w 5196591"/>
              <a:gd name="connsiteY2" fmla="*/ 1 h 4875213"/>
              <a:gd name="connsiteX3" fmla="*/ 5196591 w 5196591"/>
              <a:gd name="connsiteY3" fmla="*/ 1 h 4875213"/>
              <a:gd name="connsiteX4" fmla="*/ 5196591 w 5196591"/>
              <a:gd name="connsiteY4" fmla="*/ 209537 h 4875213"/>
              <a:gd name="connsiteX5" fmla="*/ 5196591 w 5196591"/>
              <a:gd name="connsiteY5" fmla="*/ 4665675 h 4875213"/>
              <a:gd name="connsiteX6" fmla="*/ 5196591 w 5196591"/>
              <a:gd name="connsiteY6" fmla="*/ 4875213 h 4875213"/>
              <a:gd name="connsiteX7" fmla="*/ 4639457 w 5196591"/>
              <a:gd name="connsiteY7" fmla="*/ 4875213 h 4875213"/>
              <a:gd name="connsiteX8" fmla="*/ 4639457 w 5196591"/>
              <a:gd name="connsiteY8" fmla="*/ 4875212 h 4875213"/>
              <a:gd name="connsiteX9" fmla="*/ 209537 w 5196591"/>
              <a:gd name="connsiteY9" fmla="*/ 4875212 h 4875213"/>
              <a:gd name="connsiteX10" fmla="*/ 0 w 5196591"/>
              <a:gd name="connsiteY10" fmla="*/ 4665675 h 4875213"/>
              <a:gd name="connsiteX11" fmla="*/ 0 w 5196591"/>
              <a:gd name="connsiteY11" fmla="*/ 209537 h 4875213"/>
              <a:gd name="connsiteX12" fmla="*/ 209537 w 5196591"/>
              <a:gd name="connsiteY12" fmla="*/ 0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6591" h="4875213">
                <a:moveTo>
                  <a:pt x="209537" y="0"/>
                </a:moveTo>
                <a:lnTo>
                  <a:pt x="4987054" y="0"/>
                </a:lnTo>
                <a:lnTo>
                  <a:pt x="4987064" y="1"/>
                </a:lnTo>
                <a:lnTo>
                  <a:pt x="5196591" y="1"/>
                </a:lnTo>
                <a:lnTo>
                  <a:pt x="5196591" y="209537"/>
                </a:lnTo>
                <a:lnTo>
                  <a:pt x="5196591" y="4665675"/>
                </a:lnTo>
                <a:lnTo>
                  <a:pt x="5196591" y="4875213"/>
                </a:lnTo>
                <a:lnTo>
                  <a:pt x="4639457" y="4875213"/>
                </a:lnTo>
                <a:lnTo>
                  <a:pt x="4639457" y="4875212"/>
                </a:lnTo>
                <a:lnTo>
                  <a:pt x="209537" y="4875212"/>
                </a:lnTo>
                <a:cubicBezTo>
                  <a:pt x="93813" y="4875212"/>
                  <a:pt x="0" y="4781399"/>
                  <a:pt x="0" y="4665675"/>
                </a:cubicBezTo>
                <a:lnTo>
                  <a:pt x="0" y="209537"/>
                </a:lnTo>
                <a:cubicBezTo>
                  <a:pt x="0" y="93813"/>
                  <a:pt x="93813" y="0"/>
                  <a:pt x="209537"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形状 2"/>
          <p:cNvSpPr/>
          <p:nvPr>
            <p:custDataLst>
              <p:tags r:id="rId2"/>
            </p:custDataLst>
          </p:nvPr>
        </p:nvSpPr>
        <p:spPr>
          <a:xfrm>
            <a:off x="696000" y="1398587"/>
            <a:ext cx="5399999" cy="4875213"/>
          </a:xfrm>
          <a:custGeom>
            <a:avLst/>
            <a:gdLst>
              <a:gd name="connsiteX0" fmla="*/ 209537 w 5196591"/>
              <a:gd name="connsiteY0" fmla="*/ 0 h 4875213"/>
              <a:gd name="connsiteX1" fmla="*/ 4987054 w 5196591"/>
              <a:gd name="connsiteY1" fmla="*/ 0 h 4875213"/>
              <a:gd name="connsiteX2" fmla="*/ 4987064 w 5196591"/>
              <a:gd name="connsiteY2" fmla="*/ 1 h 4875213"/>
              <a:gd name="connsiteX3" fmla="*/ 5196591 w 5196591"/>
              <a:gd name="connsiteY3" fmla="*/ 1 h 4875213"/>
              <a:gd name="connsiteX4" fmla="*/ 5196591 w 5196591"/>
              <a:gd name="connsiteY4" fmla="*/ 209537 h 4875213"/>
              <a:gd name="connsiteX5" fmla="*/ 5196591 w 5196591"/>
              <a:gd name="connsiteY5" fmla="*/ 4665675 h 4875213"/>
              <a:gd name="connsiteX6" fmla="*/ 5196591 w 5196591"/>
              <a:gd name="connsiteY6" fmla="*/ 4875213 h 4875213"/>
              <a:gd name="connsiteX7" fmla="*/ 4639457 w 5196591"/>
              <a:gd name="connsiteY7" fmla="*/ 4875213 h 4875213"/>
              <a:gd name="connsiteX8" fmla="*/ 4639457 w 5196591"/>
              <a:gd name="connsiteY8" fmla="*/ 4875212 h 4875213"/>
              <a:gd name="connsiteX9" fmla="*/ 209537 w 5196591"/>
              <a:gd name="connsiteY9" fmla="*/ 4875212 h 4875213"/>
              <a:gd name="connsiteX10" fmla="*/ 0 w 5196591"/>
              <a:gd name="connsiteY10" fmla="*/ 4665675 h 4875213"/>
              <a:gd name="connsiteX11" fmla="*/ 0 w 5196591"/>
              <a:gd name="connsiteY11" fmla="*/ 209537 h 4875213"/>
              <a:gd name="connsiteX12" fmla="*/ 209537 w 5196591"/>
              <a:gd name="connsiteY12" fmla="*/ 0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6591" h="4875213">
                <a:moveTo>
                  <a:pt x="209537" y="0"/>
                </a:moveTo>
                <a:lnTo>
                  <a:pt x="4987054" y="0"/>
                </a:lnTo>
                <a:lnTo>
                  <a:pt x="4987064" y="1"/>
                </a:lnTo>
                <a:lnTo>
                  <a:pt x="5196591" y="1"/>
                </a:lnTo>
                <a:lnTo>
                  <a:pt x="5196591" y="209537"/>
                </a:lnTo>
                <a:lnTo>
                  <a:pt x="5196591" y="4665675"/>
                </a:lnTo>
                <a:lnTo>
                  <a:pt x="5196591" y="4875213"/>
                </a:lnTo>
                <a:lnTo>
                  <a:pt x="4639457" y="4875213"/>
                </a:lnTo>
                <a:lnTo>
                  <a:pt x="4639457" y="4875212"/>
                </a:lnTo>
                <a:lnTo>
                  <a:pt x="209537" y="4875212"/>
                </a:lnTo>
                <a:cubicBezTo>
                  <a:pt x="93813" y="4875212"/>
                  <a:pt x="0" y="4781399"/>
                  <a:pt x="0" y="4665675"/>
                </a:cubicBezTo>
                <a:lnTo>
                  <a:pt x="0" y="209537"/>
                </a:lnTo>
                <a:cubicBezTo>
                  <a:pt x="0" y="93813"/>
                  <a:pt x="93813" y="0"/>
                  <a:pt x="209537" y="0"/>
                </a:cubicBezTo>
                <a:close/>
              </a:path>
            </a:pathLst>
          </a:cu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标题 6"/>
          <p:cNvSpPr>
            <a:spLocks noGrp="1"/>
          </p:cNvSpPr>
          <p:nvPr>
            <p:ph type="title"/>
            <p:custDataLst>
              <p:tags r:id="rId3"/>
            </p:custDataLst>
          </p:nvPr>
        </p:nvSpPr>
        <p:spPr/>
        <p:txBody>
          <a:bodyPr/>
          <a:lstStyle/>
          <a:p>
            <a:r>
              <a:rPr lang="zh-CN" altLang="en-US"/>
              <a:t>系统核心模块实现</a:t>
            </a:r>
            <a:endParaRPr lang="zh-CN" altLang="en-US"/>
          </a:p>
        </p:txBody>
      </p:sp>
      <p:sp>
        <p:nvSpPr>
          <p:cNvPr id="2" name="矩形: 圆角 1"/>
          <p:cNvSpPr/>
          <p:nvPr>
            <p:custDataLst>
              <p:tags r:id="rId4"/>
            </p:custDataLst>
          </p:nvPr>
        </p:nvSpPr>
        <p:spPr>
          <a:xfrm>
            <a:off x="985921" y="1649537"/>
            <a:ext cx="10220158" cy="4402183"/>
          </a:xfrm>
          <a:prstGeom prst="roundRect">
            <a:avLst>
              <a:gd name="adj" fmla="val 2584"/>
            </a:avLst>
          </a:prstGeom>
          <a:noFill/>
          <a:ln>
            <a:gradFill>
              <a:gsLst>
                <a:gs pos="50000">
                  <a:schemeClr val="accent1">
                    <a:lumMod val="5000"/>
                    <a:lumOff val="95000"/>
                  </a:schemeClr>
                </a:gs>
                <a:gs pos="5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正文"/>
          <p:cNvSpPr txBox="1"/>
          <p:nvPr>
            <p:custDataLst>
              <p:tags r:id="rId5"/>
            </p:custDataLst>
          </p:nvPr>
        </p:nvSpPr>
        <p:spPr>
          <a:xfrm>
            <a:off x="1437946" y="2172668"/>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用户注册提供基本信息用于系统的</a:t>
            </a:r>
            <a:r>
              <a:rPr lang="zh-CN" altLang="en-US" sz="1400" dirty="0">
                <a:ln>
                  <a:noFill/>
                  <a:prstDash val="sysDot"/>
                </a:ln>
                <a:solidFill>
                  <a:srgbClr val="FFFFFF"/>
                </a:solidFill>
                <a:latin typeface="+mn-ea"/>
                <a:cs typeface="+mn-ea"/>
                <a:sym typeface="+mn-ea"/>
              </a:rPr>
              <a:t>冷启动，登录后获取个性化首页。安全退出销毁cookie。</a:t>
            </a:r>
            <a:endParaRPr lang="zh-CN" altLang="en-US" sz="1400" dirty="0">
              <a:ln>
                <a:noFill/>
                <a:prstDash val="sysDot"/>
              </a:ln>
              <a:solidFill>
                <a:srgbClr val="FFFFFF"/>
              </a:solidFill>
              <a:latin typeface="+mn-ea"/>
              <a:cs typeface="+mn-ea"/>
              <a:sym typeface="+mn-ea"/>
            </a:endParaRPr>
          </a:p>
        </p:txBody>
      </p:sp>
      <p:sp>
        <p:nvSpPr>
          <p:cNvPr id="12" name="标题"/>
          <p:cNvSpPr txBox="1"/>
          <p:nvPr>
            <p:custDataLst>
              <p:tags r:id="rId6"/>
            </p:custDataLst>
          </p:nvPr>
        </p:nvSpPr>
        <p:spPr>
          <a:xfrm>
            <a:off x="1437946" y="1719906"/>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solidFill>
                  <a:srgbClr val="FFFFFF"/>
                </a:solidFill>
                <a:cs typeface="+mn-ea"/>
                <a:sym typeface="+mn-ea"/>
              </a:rPr>
              <a:t>用户模块：注册与登录流程</a:t>
            </a:r>
            <a:endParaRPr lang="zh-CN" altLang="en-US">
              <a:solidFill>
                <a:srgbClr val="FFFFFF"/>
              </a:solidFill>
              <a:cs typeface="+mn-ea"/>
              <a:sym typeface="+mn-ea"/>
            </a:endParaRPr>
          </a:p>
        </p:txBody>
      </p:sp>
      <p:sp>
        <p:nvSpPr>
          <p:cNvPr id="13" name="正文"/>
          <p:cNvSpPr txBox="1"/>
          <p:nvPr>
            <p:custDataLst>
              <p:tags r:id="rId7"/>
            </p:custDataLst>
          </p:nvPr>
        </p:nvSpPr>
        <p:spPr>
          <a:xfrm>
            <a:off x="1437640" y="4150360"/>
            <a:ext cx="3797935" cy="1604645"/>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日志模块采用分层结构</a:t>
            </a:r>
            <a:r>
              <a:rPr lang="zh-CN" altLang="en-US" sz="1400" dirty="0">
                <a:ln>
                  <a:noFill/>
                  <a:prstDash val="sysDot"/>
                </a:ln>
                <a:solidFill>
                  <a:srgbClr val="FFFFFF"/>
                </a:solidFill>
                <a:latin typeface="+mn-ea"/>
                <a:cs typeface="+mn-ea"/>
                <a:sym typeface="+mn-ea"/>
              </a:rPr>
              <a:t>即数据采集</a:t>
            </a:r>
            <a:r>
              <a:rPr lang="en-US" altLang="zh-CN" sz="1400" dirty="0">
                <a:ln>
                  <a:noFill/>
                  <a:prstDash val="sysDot"/>
                </a:ln>
                <a:solidFill>
                  <a:srgbClr val="FFFFFF"/>
                </a:solidFill>
                <a:latin typeface="+mn-ea"/>
                <a:cs typeface="+mn-ea"/>
                <a:sym typeface="+mn-ea"/>
              </a:rPr>
              <a:t> (API)</a:t>
            </a:r>
            <a:r>
              <a:rPr lang="zh-CN" altLang="en-US" sz="1400" dirty="0">
                <a:ln>
                  <a:noFill/>
                  <a:prstDash val="sysDot"/>
                </a:ln>
                <a:solidFill>
                  <a:srgbClr val="FFFFFF"/>
                </a:solidFill>
                <a:latin typeface="+mn-ea"/>
                <a:cs typeface="+mn-ea"/>
                <a:sym typeface="+mn-ea"/>
              </a:rPr>
              <a:t>、事务处理</a:t>
            </a:r>
            <a:r>
              <a:rPr lang="en-US" altLang="zh-CN" sz="1400" dirty="0">
                <a:ln>
                  <a:noFill/>
                  <a:prstDash val="sysDot"/>
                </a:ln>
                <a:solidFill>
                  <a:srgbClr val="FFFFFF"/>
                </a:solidFill>
                <a:latin typeface="+mn-ea"/>
                <a:cs typeface="+mn-ea"/>
                <a:sym typeface="+mn-ea"/>
              </a:rPr>
              <a:t> (Django</a:t>
            </a:r>
            <a:r>
              <a:rPr lang="zh-CN" altLang="en-US" sz="1400" dirty="0">
                <a:ln>
                  <a:noFill/>
                  <a:prstDash val="sysDot"/>
                </a:ln>
                <a:solidFill>
                  <a:srgbClr val="FFFFFF"/>
                </a:solidFill>
                <a:latin typeface="+mn-ea"/>
                <a:cs typeface="+mn-ea"/>
                <a:sym typeface="+mn-ea"/>
              </a:rPr>
              <a:t>信号异步</a:t>
            </a:r>
            <a:r>
              <a:rPr lang="en-US" altLang="zh-CN" sz="1400" dirty="0">
                <a:ln>
                  <a:noFill/>
                  <a:prstDash val="sysDot"/>
                </a:ln>
                <a:solidFill>
                  <a:srgbClr val="FFFFFF"/>
                </a:solidFill>
                <a:latin typeface="+mn-ea"/>
                <a:cs typeface="+mn-ea"/>
                <a:sym typeface="+mn-ea"/>
              </a:rPr>
              <a:t>)</a:t>
            </a:r>
            <a:r>
              <a:rPr lang="zh-CN" altLang="en-US" sz="1400" dirty="0">
                <a:ln>
                  <a:noFill/>
                  <a:prstDash val="sysDot"/>
                </a:ln>
                <a:solidFill>
                  <a:srgbClr val="FFFFFF"/>
                </a:solidFill>
                <a:latin typeface="+mn-ea"/>
                <a:cs typeface="+mn-ea"/>
                <a:sym typeface="+mn-ea"/>
              </a:rPr>
              <a:t>、存储</a:t>
            </a:r>
            <a:r>
              <a:rPr lang="en-US" altLang="zh-CN" sz="1400" dirty="0">
                <a:ln>
                  <a:noFill/>
                  <a:prstDash val="sysDot"/>
                </a:ln>
                <a:solidFill>
                  <a:srgbClr val="FFFFFF"/>
                </a:solidFill>
                <a:latin typeface="+mn-ea"/>
                <a:cs typeface="+mn-ea"/>
                <a:sym typeface="+mn-ea"/>
              </a:rPr>
              <a:t> (DB)</a:t>
            </a:r>
            <a:r>
              <a:rPr lang="zh-CN" altLang="en-US" sz="1400" dirty="0">
                <a:ln>
                  <a:noFill/>
                  <a:prstDash val="sysDot"/>
                </a:ln>
                <a:solidFill>
                  <a:srgbClr val="FFFFFF"/>
                </a:solidFill>
                <a:latin typeface="+mn-ea"/>
                <a:cs typeface="+mn-ea"/>
                <a:sym typeface="+mn-ea"/>
              </a:rPr>
              <a:t>，确保数据完整性和可追溯性。交互达阈值自动触发模型重训练。</a:t>
            </a:r>
            <a:endParaRPr lang="zh-CN" altLang="en-US" sz="1400" dirty="0">
              <a:ln>
                <a:noFill/>
                <a:prstDash val="sysDot"/>
              </a:ln>
              <a:solidFill>
                <a:srgbClr val="FFFFFF"/>
              </a:solidFill>
              <a:latin typeface="+mn-ea"/>
              <a:cs typeface="+mn-ea"/>
              <a:sym typeface="+mn-ea"/>
            </a:endParaRPr>
          </a:p>
        </p:txBody>
      </p:sp>
      <p:sp>
        <p:nvSpPr>
          <p:cNvPr id="14" name="标题"/>
          <p:cNvSpPr txBox="1"/>
          <p:nvPr>
            <p:custDataLst>
              <p:tags r:id="rId8"/>
            </p:custDataLst>
          </p:nvPr>
        </p:nvSpPr>
        <p:spPr>
          <a:xfrm>
            <a:off x="1437946" y="3631281"/>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solidFill>
                  <a:srgbClr val="FFFFFF"/>
                </a:solidFill>
                <a:cs typeface="+mn-ea"/>
                <a:sym typeface="+mn-ea"/>
              </a:rPr>
              <a:t>日志模块：数据采集与分析流程</a:t>
            </a:r>
            <a:endParaRPr lang="zh-CN" altLang="en-US">
              <a:solidFill>
                <a:srgbClr val="FFFFFF"/>
              </a:solidFill>
              <a:cs typeface="+mn-ea"/>
              <a:sym typeface="+mn-ea"/>
            </a:endParaRPr>
          </a:p>
        </p:txBody>
      </p:sp>
      <p:sp>
        <p:nvSpPr>
          <p:cNvPr id="15" name="正文"/>
          <p:cNvSpPr txBox="1"/>
          <p:nvPr>
            <p:custDataLst>
              <p:tags r:id="rId9"/>
            </p:custDataLst>
          </p:nvPr>
        </p:nvSpPr>
        <p:spPr>
          <a:xfrm>
            <a:off x="1437946" y="5292472"/>
            <a:ext cx="3797786" cy="688851"/>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rgbClr val="FFFFFF"/>
                </a:solidFill>
                <a:latin typeface="+mn-ea"/>
                <a:cs typeface="+mn-ea"/>
                <a:sym typeface="+mn-ea"/>
              </a:rPr>
              <a:t>、</a:t>
            </a:r>
            <a:endParaRPr lang="zh-CN" altLang="en-US" sz="1400" dirty="0">
              <a:ln>
                <a:noFill/>
                <a:prstDash val="sysDot"/>
              </a:ln>
              <a:solidFill>
                <a:srgbClr val="FFFFFF"/>
              </a:solidFill>
              <a:latin typeface="+mn-ea"/>
              <a:cs typeface="+mn-ea"/>
              <a:sym typeface="+mn-ea"/>
            </a:endParaRPr>
          </a:p>
        </p:txBody>
      </p:sp>
      <p:sp>
        <p:nvSpPr>
          <p:cNvPr id="16" name="标题"/>
          <p:cNvSpPr txBox="1"/>
          <p:nvPr>
            <p:custDataLst>
              <p:tags r:id="rId10"/>
            </p:custDataLst>
          </p:nvPr>
        </p:nvSpPr>
        <p:spPr>
          <a:xfrm>
            <a:off x="1437946" y="6273540"/>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en-US" altLang="zh-CN">
                <a:solidFill>
                  <a:srgbClr val="FFFFFF"/>
                </a:solidFill>
                <a:cs typeface="+mn-ea"/>
                <a:sym typeface="+mn-ea"/>
              </a:rPr>
              <a:t> </a:t>
            </a:r>
            <a:endParaRPr lang="en-US" altLang="zh-CN">
              <a:solidFill>
                <a:srgbClr val="FFFFFF"/>
              </a:solidFill>
              <a:cs typeface="+mn-ea"/>
              <a:sym typeface="+mn-ea"/>
            </a:endParaRPr>
          </a:p>
        </p:txBody>
      </p:sp>
      <p:sp>
        <p:nvSpPr>
          <p:cNvPr id="17" name="正文"/>
          <p:cNvSpPr txBox="1"/>
          <p:nvPr>
            <p:custDataLst>
              <p:tags r:id="rId11"/>
            </p:custDataLst>
          </p:nvPr>
        </p:nvSpPr>
        <p:spPr>
          <a:xfrm>
            <a:off x="6955790" y="2172970"/>
            <a:ext cx="3797935" cy="1604010"/>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chemeClr val="tx1">
                    <a:lumMod val="85000"/>
                    <a:lumOff val="15000"/>
                  </a:schemeClr>
                </a:solidFill>
                <a:uFillTx/>
                <a:latin typeface="+mn-ea"/>
                <a:cs typeface="+mn-ea"/>
                <a:sym typeface="+mn-ea"/>
              </a:rPr>
              <a:t>系统根据用户活跃度采用不同推荐策略，新用户</a:t>
            </a:r>
            <a:r>
              <a:rPr lang="en-US" altLang="zh-CN" sz="1400" dirty="0">
                <a:ln>
                  <a:noFill/>
                  <a:prstDash val="sysDot"/>
                </a:ln>
                <a:solidFill>
                  <a:schemeClr val="tx1">
                    <a:lumMod val="85000"/>
                    <a:lumOff val="15000"/>
                  </a:schemeClr>
                </a:solidFill>
                <a:uFillTx/>
                <a:latin typeface="+mn-ea"/>
                <a:cs typeface="+mn-ea"/>
                <a:sym typeface="+mn-ea"/>
              </a:rPr>
              <a:t> (</a:t>
            </a:r>
            <a:r>
              <a:rPr lang="zh-CN" altLang="en-US" sz="1400" dirty="0">
                <a:ln>
                  <a:noFill/>
                  <a:prstDash val="sysDot"/>
                </a:ln>
                <a:solidFill>
                  <a:schemeClr val="tx1">
                    <a:lumMod val="85000"/>
                    <a:lumOff val="15000"/>
                  </a:schemeClr>
                </a:solidFill>
                <a:uFillTx/>
                <a:latin typeface="+mn-ea"/>
                <a:cs typeface="+mn-ea"/>
                <a:sym typeface="+mn-ea"/>
              </a:rPr>
              <a:t>内容匹配</a:t>
            </a:r>
            <a:r>
              <a:rPr lang="en-US" altLang="zh-CN" sz="1400" dirty="0">
                <a:ln>
                  <a:noFill/>
                  <a:prstDash val="sysDot"/>
                </a:ln>
                <a:solidFill>
                  <a:schemeClr val="tx1">
                    <a:lumMod val="85000"/>
                    <a:lumOff val="15000"/>
                  </a:schemeClr>
                </a:solidFill>
                <a:uFillTx/>
                <a:latin typeface="+mn-ea"/>
                <a:cs typeface="+mn-ea"/>
                <a:sym typeface="+mn-ea"/>
              </a:rPr>
              <a:t>)</a:t>
            </a:r>
            <a:r>
              <a:rPr lang="zh-CN" altLang="en-US" sz="1400" dirty="0">
                <a:ln>
                  <a:noFill/>
                  <a:prstDash val="sysDot"/>
                </a:ln>
                <a:solidFill>
                  <a:schemeClr val="tx1">
                    <a:lumMod val="85000"/>
                    <a:lumOff val="15000"/>
                  </a:schemeClr>
                </a:solidFill>
                <a:uFillTx/>
                <a:latin typeface="+mn-ea"/>
                <a:cs typeface="+mn-ea"/>
                <a:sym typeface="+mn-ea"/>
              </a:rPr>
              <a:t>、少量交互</a:t>
            </a:r>
            <a:r>
              <a:rPr lang="en-US" altLang="zh-CN" sz="1400" dirty="0">
                <a:ln>
                  <a:noFill/>
                  <a:prstDash val="sysDot"/>
                </a:ln>
                <a:solidFill>
                  <a:schemeClr val="tx1">
                    <a:lumMod val="85000"/>
                    <a:lumOff val="15000"/>
                  </a:schemeClr>
                </a:solidFill>
                <a:uFillTx/>
                <a:latin typeface="+mn-ea"/>
                <a:cs typeface="+mn-ea"/>
                <a:sym typeface="+mn-ea"/>
              </a:rPr>
              <a:t> (</a:t>
            </a:r>
            <a:r>
              <a:rPr lang="zh-CN" altLang="en-US" sz="1400" dirty="0">
                <a:ln>
                  <a:noFill/>
                  <a:prstDash val="sysDot"/>
                </a:ln>
                <a:solidFill>
                  <a:schemeClr val="tx1">
                    <a:lumMod val="85000"/>
                    <a:lumOff val="15000"/>
                  </a:schemeClr>
                </a:solidFill>
                <a:uFillTx/>
                <a:latin typeface="+mn-ea"/>
                <a:cs typeface="+mn-ea"/>
                <a:sym typeface="+mn-ea"/>
              </a:rPr>
              <a:t>混合</a:t>
            </a:r>
            <a:r>
              <a:rPr lang="en-US" altLang="zh-CN" sz="1400" dirty="0">
                <a:ln>
                  <a:noFill/>
                  <a:prstDash val="sysDot"/>
                </a:ln>
                <a:solidFill>
                  <a:schemeClr val="tx1">
                    <a:lumMod val="85000"/>
                    <a:lumOff val="15000"/>
                  </a:schemeClr>
                </a:solidFill>
                <a:uFillTx/>
                <a:latin typeface="+mn-ea"/>
                <a:cs typeface="+mn-ea"/>
                <a:sym typeface="+mn-ea"/>
              </a:rPr>
              <a:t>)</a:t>
            </a:r>
            <a:r>
              <a:rPr lang="zh-CN" altLang="en-US" sz="1400" dirty="0">
                <a:ln>
                  <a:noFill/>
                  <a:prstDash val="sysDot"/>
                </a:ln>
                <a:solidFill>
                  <a:schemeClr val="tx1">
                    <a:lumMod val="85000"/>
                    <a:lumOff val="15000"/>
                  </a:schemeClr>
                </a:solidFill>
                <a:uFillTx/>
                <a:latin typeface="+mn-ea"/>
                <a:cs typeface="+mn-ea"/>
                <a:sym typeface="+mn-ea"/>
              </a:rPr>
              <a:t>、活跃用户</a:t>
            </a:r>
            <a:r>
              <a:rPr lang="en-US" altLang="zh-CN" sz="1400" dirty="0">
                <a:ln>
                  <a:noFill/>
                  <a:prstDash val="sysDot"/>
                </a:ln>
                <a:solidFill>
                  <a:schemeClr val="tx1">
                    <a:lumMod val="85000"/>
                    <a:lumOff val="15000"/>
                  </a:schemeClr>
                </a:solidFill>
                <a:uFillTx/>
                <a:latin typeface="+mn-ea"/>
                <a:cs typeface="+mn-ea"/>
                <a:sym typeface="+mn-ea"/>
              </a:rPr>
              <a:t> (</a:t>
            </a:r>
            <a:r>
              <a:rPr lang="zh-CN" altLang="en-US" sz="1400" dirty="0">
                <a:ln>
                  <a:noFill/>
                  <a:prstDash val="sysDot"/>
                </a:ln>
                <a:solidFill>
                  <a:schemeClr val="tx1">
                    <a:lumMod val="85000"/>
                    <a:lumOff val="15000"/>
                  </a:schemeClr>
                </a:solidFill>
                <a:uFillTx/>
                <a:latin typeface="+mn-ea"/>
                <a:cs typeface="+mn-ea"/>
                <a:sym typeface="+mn-ea"/>
              </a:rPr>
              <a:t>序列模型</a:t>
            </a:r>
            <a:r>
              <a:rPr lang="en-US" altLang="zh-CN" sz="1400" dirty="0">
                <a:ln>
                  <a:noFill/>
                  <a:prstDash val="sysDot"/>
                </a:ln>
                <a:solidFill>
                  <a:schemeClr val="tx1">
                    <a:lumMod val="85000"/>
                    <a:lumOff val="15000"/>
                  </a:schemeClr>
                </a:solidFill>
                <a:uFillTx/>
                <a:latin typeface="+mn-ea"/>
                <a:cs typeface="+mn-ea"/>
                <a:sym typeface="+mn-ea"/>
              </a:rPr>
              <a:t>)</a:t>
            </a:r>
            <a:r>
              <a:rPr lang="zh-CN" altLang="en-US" sz="1400" dirty="0">
                <a:ln>
                  <a:noFill/>
                  <a:prstDash val="sysDot"/>
                </a:ln>
                <a:solidFill>
                  <a:schemeClr val="tx1">
                    <a:lumMod val="85000"/>
                    <a:lumOff val="15000"/>
                  </a:schemeClr>
                </a:solidFill>
                <a:uFillTx/>
                <a:latin typeface="+mn-ea"/>
                <a:cs typeface="+mn-ea"/>
                <a:sym typeface="+mn-ea"/>
              </a:rPr>
              <a:t>并利用GPU加速处理，确保推荐服务的稳定性和效率。推荐采用</a:t>
            </a:r>
            <a:r>
              <a:rPr lang="en-US" altLang="zh-CN" sz="1400" dirty="0">
                <a:ln>
                  <a:noFill/>
                  <a:prstDash val="sysDot"/>
                </a:ln>
                <a:solidFill>
                  <a:schemeClr val="tx1">
                    <a:lumMod val="85000"/>
                    <a:lumOff val="15000"/>
                  </a:schemeClr>
                </a:solidFill>
                <a:uFillTx/>
                <a:latin typeface="+mn-ea"/>
                <a:cs typeface="+mn-ea"/>
                <a:sym typeface="+mn-ea"/>
              </a:rPr>
              <a:t>"</a:t>
            </a:r>
            <a:r>
              <a:rPr lang="zh-CN" altLang="en-US" sz="1400" dirty="0">
                <a:ln>
                  <a:noFill/>
                  <a:prstDash val="sysDot"/>
                </a:ln>
                <a:solidFill>
                  <a:schemeClr val="tx1">
                    <a:lumMod val="85000"/>
                    <a:lumOff val="15000"/>
                  </a:schemeClr>
                </a:solidFill>
                <a:uFillTx/>
                <a:latin typeface="+mn-ea"/>
                <a:cs typeface="+mn-ea"/>
                <a:sym typeface="+mn-ea"/>
              </a:rPr>
              <a:t>个性化优先、热门补充</a:t>
            </a:r>
            <a:r>
              <a:rPr lang="en-US" altLang="zh-CN" sz="1400" dirty="0">
                <a:ln>
                  <a:noFill/>
                  <a:prstDash val="sysDot"/>
                </a:ln>
                <a:solidFill>
                  <a:schemeClr val="tx1">
                    <a:lumMod val="85000"/>
                    <a:lumOff val="15000"/>
                  </a:schemeClr>
                </a:solidFill>
                <a:uFillTx/>
                <a:latin typeface="+mn-ea"/>
                <a:cs typeface="+mn-ea"/>
                <a:sym typeface="+mn-ea"/>
              </a:rPr>
              <a:t>"</a:t>
            </a:r>
            <a:r>
              <a:rPr lang="zh-CN" altLang="en-US" sz="1400" dirty="0">
                <a:ln>
                  <a:noFill/>
                  <a:prstDash val="sysDot"/>
                </a:ln>
                <a:solidFill>
                  <a:schemeClr val="tx1">
                    <a:lumMod val="85000"/>
                    <a:lumOff val="15000"/>
                  </a:schemeClr>
                </a:solidFill>
                <a:uFillTx/>
                <a:latin typeface="+mn-ea"/>
                <a:cs typeface="+mn-ea"/>
                <a:sym typeface="+mn-ea"/>
              </a:rPr>
              <a:t>原则</a:t>
            </a:r>
            <a:endParaRPr lang="zh-CN" altLang="en-US" sz="1400" dirty="0">
              <a:ln>
                <a:noFill/>
                <a:prstDash val="sysDot"/>
              </a:ln>
              <a:solidFill>
                <a:schemeClr val="tx1">
                  <a:lumMod val="85000"/>
                  <a:lumOff val="15000"/>
                </a:schemeClr>
              </a:solidFill>
              <a:uFillTx/>
              <a:latin typeface="+mn-ea"/>
              <a:cs typeface="+mn-ea"/>
              <a:sym typeface="+mn-ea"/>
            </a:endParaRPr>
          </a:p>
        </p:txBody>
      </p:sp>
      <p:sp>
        <p:nvSpPr>
          <p:cNvPr id="18" name="标题"/>
          <p:cNvSpPr txBox="1"/>
          <p:nvPr>
            <p:custDataLst>
              <p:tags r:id="rId12"/>
            </p:custDataLst>
          </p:nvPr>
        </p:nvSpPr>
        <p:spPr>
          <a:xfrm>
            <a:off x="6955547" y="1719906"/>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cs typeface="+mn-ea"/>
                <a:sym typeface="+mn-ea"/>
              </a:rPr>
              <a:t>推荐模块：多策略与加速机制</a:t>
            </a:r>
            <a:endParaRPr lang="zh-CN" altLang="en-US">
              <a:cs typeface="+mn-ea"/>
              <a:sym typeface="+mn-ea"/>
            </a:endParaRPr>
          </a:p>
        </p:txBody>
      </p:sp>
      <p:sp>
        <p:nvSpPr>
          <p:cNvPr id="19" name="正文"/>
          <p:cNvSpPr txBox="1"/>
          <p:nvPr>
            <p:custDataLst>
              <p:tags r:id="rId13"/>
            </p:custDataLst>
          </p:nvPr>
        </p:nvSpPr>
        <p:spPr>
          <a:xfrm>
            <a:off x="6955790" y="4150360"/>
            <a:ext cx="3797935" cy="1330325"/>
          </a:xfrm>
          <a:prstGeom prst="rect">
            <a:avLst/>
          </a:prstGeom>
          <a:noFill/>
        </p:spPr>
        <p:txBody>
          <a:bodyPr wrap="square"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sym typeface="+mn-ea"/>
              </a:rPr>
              <a:t>任务模块管理模型训练，执行多线程异步操作，具备故障恢复能力。采用</a:t>
            </a:r>
            <a:r>
              <a:rPr lang="en-US" altLang="zh-CN" sz="1400" dirty="0">
                <a:ln>
                  <a:noFill/>
                  <a:prstDash val="sysDot"/>
                </a:ln>
                <a:solidFill>
                  <a:schemeClr val="tx1">
                    <a:lumMod val="85000"/>
                    <a:lumOff val="15000"/>
                  </a:schemeClr>
                </a:solidFill>
                <a:latin typeface="+mn-ea"/>
                <a:cs typeface="+mn-ea"/>
                <a:sym typeface="+mn-ea"/>
              </a:rPr>
              <a:t>SASRecPlus (Transformer, </a:t>
            </a:r>
            <a:r>
              <a:rPr lang="zh-CN" altLang="en-US" sz="1400" dirty="0">
                <a:ln>
                  <a:noFill/>
                  <a:prstDash val="sysDot"/>
                </a:ln>
                <a:solidFill>
                  <a:schemeClr val="tx1">
                    <a:lumMod val="85000"/>
                    <a:lumOff val="15000"/>
                  </a:schemeClr>
                </a:solidFill>
                <a:latin typeface="+mn-ea"/>
                <a:cs typeface="+mn-ea"/>
                <a:sym typeface="+mn-ea"/>
              </a:rPr>
              <a:t>多注意力</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兴趣</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模态</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损失</a:t>
            </a:r>
            <a:r>
              <a:rPr lang="en-US" altLang="zh-CN" sz="1400" dirty="0">
                <a:ln>
                  <a:noFill/>
                  <a:prstDash val="sysDot"/>
                </a:ln>
                <a:solidFill>
                  <a:schemeClr val="tx1">
                    <a:lumMod val="85000"/>
                    <a:lumOff val="15000"/>
                  </a:schemeClr>
                </a:solidFill>
                <a:latin typeface="+mn-ea"/>
                <a:cs typeface="+mn-ea"/>
                <a:sym typeface="+mn-ea"/>
              </a:rPr>
              <a:t>, </a:t>
            </a:r>
            <a:r>
              <a:rPr lang="zh-CN" altLang="en-US" sz="1400" dirty="0">
                <a:ln>
                  <a:noFill/>
                  <a:prstDash val="sysDot"/>
                </a:ln>
                <a:solidFill>
                  <a:schemeClr val="tx1">
                    <a:lumMod val="85000"/>
                    <a:lumOff val="15000"/>
                  </a:schemeClr>
                </a:solidFill>
                <a:latin typeface="+mn-ea"/>
                <a:cs typeface="+mn-ea"/>
                <a:sym typeface="+mn-ea"/>
              </a:rPr>
              <a:t>帕累托优化</a:t>
            </a:r>
            <a:r>
              <a:rPr lang="en-US" altLang="zh-CN" sz="1400" dirty="0">
                <a:ln>
                  <a:noFill/>
                  <a:prstDash val="sysDot"/>
                </a:ln>
                <a:solidFill>
                  <a:schemeClr val="tx1">
                    <a:lumMod val="85000"/>
                    <a:lumOff val="15000"/>
                  </a:schemeClr>
                </a:solidFill>
                <a:latin typeface="+mn-ea"/>
                <a:cs typeface="+mn-ea"/>
                <a:sym typeface="+mn-ea"/>
              </a:rPr>
              <a:t>, </a:t>
            </a:r>
            <a:r>
              <a:rPr lang="zh-CN" altLang="en-US" sz="1400" dirty="0">
                <a:ln>
                  <a:noFill/>
                  <a:prstDash val="sysDot"/>
                </a:ln>
                <a:solidFill>
                  <a:schemeClr val="tx1">
                    <a:lumMod val="85000"/>
                    <a:lumOff val="15000"/>
                  </a:schemeClr>
                </a:solidFill>
                <a:latin typeface="+mn-ea"/>
                <a:cs typeface="+mn-ea"/>
                <a:sym typeface="+mn-ea"/>
              </a:rPr>
              <a:t>遗忘曲线</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模型</a:t>
            </a:r>
            <a:endParaRPr lang="zh-CN" altLang="en-US" sz="1400" dirty="0">
              <a:ln>
                <a:noFill/>
                <a:prstDash val="sysDot"/>
              </a:ln>
              <a:solidFill>
                <a:schemeClr val="tx1">
                  <a:lumMod val="85000"/>
                  <a:lumOff val="15000"/>
                </a:schemeClr>
              </a:solidFill>
              <a:latin typeface="+mn-ea"/>
              <a:cs typeface="+mn-ea"/>
              <a:sym typeface="+mn-ea"/>
            </a:endParaRPr>
          </a:p>
        </p:txBody>
      </p:sp>
      <p:sp>
        <p:nvSpPr>
          <p:cNvPr id="26" name="标题"/>
          <p:cNvSpPr txBox="1"/>
          <p:nvPr>
            <p:custDataLst>
              <p:tags r:id="rId14"/>
            </p:custDataLst>
          </p:nvPr>
        </p:nvSpPr>
        <p:spPr>
          <a:xfrm>
            <a:off x="6955547" y="3616676"/>
            <a:ext cx="3797785" cy="437627"/>
          </a:xfrm>
          <a:prstGeom prst="rect">
            <a:avLst/>
          </a:prstGeom>
          <a:noFill/>
        </p:spPr>
        <p:txBody>
          <a:bodyPr wrap="square" lIns="0" tIns="0" rIns="0" bIns="0" rtlCol="0" anchor="b">
            <a:noAutofit/>
          </a:bodyPr>
          <a:lstStyle>
            <a:defPPr>
              <a:defRPr lang="zh-CN"/>
            </a:defPPr>
            <a:lvl1pPr lvl="0">
              <a:spcBef>
                <a:spcPct val="0"/>
              </a:spcBef>
              <a:spcAft>
                <a:spcPct val="0"/>
              </a:spcAft>
              <a:buClr>
                <a:schemeClr val="accent1"/>
              </a:buClr>
              <a:buSzPct val="70000"/>
              <a:defRPr b="1" spc="0">
                <a:solidFill>
                  <a:schemeClr val="accent1"/>
                </a:solidFill>
                <a:latin typeface="+mn-e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a:cs typeface="+mn-ea"/>
                <a:sym typeface="+mn-ea"/>
              </a:rPr>
              <a:t>任务模块：模型训练管理与执行</a:t>
            </a:r>
            <a:endParaRPr lang="zh-CN" altLang="en-US">
              <a:cs typeface="+mn-ea"/>
              <a:sym typeface="+mn-ea"/>
            </a:endParaRPr>
          </a:p>
        </p:txBody>
      </p:sp>
    </p:spTree>
    <p:custDataLst>
      <p:tags r:id="rId1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p:cNvSpPr>
            <a:spLocks noGrp="1"/>
          </p:cNvSpPr>
          <p:nvPr>
            <p:ph type="ctrTitle"/>
            <p:custDataLst>
              <p:tags r:id="rId1"/>
            </p:custDataLst>
          </p:nvPr>
        </p:nvSpPr>
        <p:spPr/>
        <p:txBody>
          <a:bodyPr/>
          <a:p>
            <a:pPr marL="0" indent="0" algn="ctr">
              <a:lnSpc>
                <a:spcPct val="100000"/>
              </a:lnSpc>
              <a:spcBef>
                <a:spcPts val="0"/>
              </a:spcBef>
              <a:spcAft>
                <a:spcPts val="0"/>
              </a:spcAft>
              <a:buSzPct val="100000"/>
            </a:pPr>
            <a:r>
              <a:rPr lang="en-US" altLang="zh-CN" sz="6600"/>
              <a:t>谢谢</a:t>
            </a:r>
            <a:endParaRPr lang="en-US" altLang="zh-CN" sz="6600"/>
          </a:p>
        </p:txBody>
      </p:sp>
      <p:sp>
        <p:nvSpPr>
          <p:cNvPr id="8" name="副标题"/>
          <p:cNvSpPr>
            <a:spLocks noGrp="1"/>
          </p:cNvSpPr>
          <p:nvPr>
            <p:ph type="subTitle" idx="1"/>
            <p:custDataLst>
              <p:tags r:id="rId2"/>
            </p:custDataLst>
          </p:nvPr>
        </p:nvSpPr>
        <p:spPr/>
        <p:txBody>
          <a:bodyPr/>
          <a:p>
            <a:pPr marL="0" indent="0" algn="ctr">
              <a:lnSpc>
                <a:spcPct val="100000"/>
              </a:lnSpc>
              <a:spcBef>
                <a:spcPts val="1000"/>
              </a:spcBef>
              <a:spcAft>
                <a:spcPts val="0"/>
              </a:spcAft>
              <a:buSzPct val="100000"/>
            </a:pPr>
            <a:r>
              <a:rPr lang="en-US" altLang="zh-CN" sz="4800"/>
              <a:t>Thank you</a:t>
            </a:r>
            <a:endParaRPr lang="en-US" altLang="zh-CN" sz="4800"/>
          </a:p>
        </p:txBody>
      </p:sp>
      <p:sp>
        <p:nvSpPr>
          <p:cNvPr id="9" name="公司名"/>
          <p:cNvSpPr>
            <a:spLocks noGrp="1"/>
          </p:cNvSpPr>
          <p:nvPr>
            <p:ph type="body" sz="quarter" idx="13"/>
            <p:custDataLst>
              <p:tags r:id="rId3"/>
            </p:custDataLst>
          </p:nvPr>
        </p:nvSpPr>
        <p:spPr/>
        <p:txBody>
          <a:bodyPr/>
          <a:p>
            <a:pPr marL="0" indent="0" algn="l">
              <a:lnSpc>
                <a:spcPct val="100000"/>
              </a:lnSpc>
              <a:spcBef>
                <a:spcPts val="1000"/>
              </a:spcBef>
              <a:spcAft>
                <a:spcPts val="0"/>
              </a:spcAft>
              <a:buSzPct val="100000"/>
            </a:pPr>
            <a:r>
              <a:rPr lang="en-US" altLang="zh-CN" sz="1400"/>
              <a:t>金山办公软件有限公司</a:t>
            </a:r>
            <a:endParaRPr lang="en-US" altLang="zh-CN" sz="1400"/>
          </a:p>
        </p:txBody>
      </p:sp>
      <p:sp>
        <p:nvSpPr>
          <p:cNvPr id="11" name="日期时间"/>
          <p:cNvSpPr>
            <a:spLocks noGrp="1"/>
          </p:cNvSpPr>
          <p:nvPr>
            <p:ph type="body" sz="quarter" idx="14"/>
            <p:custDataLst>
              <p:tags r:id="rId4"/>
            </p:custDataLst>
          </p:nvPr>
        </p:nvSpPr>
        <p:spPr>
          <a:prstGeom prst="roundRect">
            <a:avLst>
              <a:gd name="adj" fmla="val 50000"/>
            </a:avLst>
          </a:prstGeom>
          <a:solidFill>
            <a:schemeClr val="accent2">
              <a:lumMod val="60000"/>
              <a:lumOff val="40000"/>
            </a:schemeClr>
          </a:solidFill>
        </p:spPr>
        <p:txBody>
          <a:bodyPr/>
          <a:p>
            <a:r>
              <a:rPr lang="zh-CN" altLang="en-US">
                <a:solidFill>
                  <a:schemeClr val="tx1"/>
                </a:solidFill>
              </a:rPr>
              <a:t>指导</a:t>
            </a:r>
            <a:r>
              <a:rPr lang="zh-CN" altLang="en-US">
                <a:solidFill>
                  <a:schemeClr val="tx1"/>
                </a:solidFill>
              </a:rPr>
              <a:t>老师：</a:t>
            </a:r>
            <a:endParaRPr lang="zh-CN" altLang="en-US">
              <a:solidFill>
                <a:schemeClr val="tx1"/>
              </a:solidFill>
            </a:endParaRPr>
          </a:p>
        </p:txBody>
      </p:sp>
      <p:sp>
        <p:nvSpPr>
          <p:cNvPr id="12" name="署名"/>
          <p:cNvSpPr>
            <a:spLocks noGrp="1"/>
          </p:cNvSpPr>
          <p:nvPr>
            <p:ph type="body" sz="quarter" idx="17"/>
            <p:custDataLst>
              <p:tags r:id="rId5"/>
            </p:custDataLst>
          </p:nvPr>
        </p:nvSpPr>
        <p:spPr>
          <a:prstGeom prst="roundRect">
            <a:avLst>
              <a:gd name="adj" fmla="val 50000"/>
            </a:avLst>
          </a:prstGeom>
          <a:solidFill>
            <a:schemeClr val="accent2">
              <a:lumMod val="60000"/>
              <a:lumOff val="40000"/>
            </a:schemeClr>
          </a:solidFill>
        </p:spPr>
        <p:txBody>
          <a:bodyPr/>
          <a:p>
            <a:r>
              <a:rPr lang="zh-CN" altLang="en-US">
                <a:solidFill>
                  <a:schemeClr val="tx1"/>
                </a:solidFill>
              </a:rPr>
              <a:t>汇报人</a:t>
            </a:r>
            <a:r>
              <a:rPr lang="en-US" altLang="zh-CN">
                <a:solidFill>
                  <a:schemeClr val="tx1"/>
                </a:solidFill>
              </a:rPr>
              <a:t>: </a:t>
            </a:r>
            <a:endParaRPr lang="zh-CN" altLang="en-US">
              <a:solidFill>
                <a:schemeClr val="tx1"/>
              </a:solidFill>
            </a:endParaRPr>
          </a:p>
        </p:txBody>
      </p:sp>
      <p:pic>
        <p:nvPicPr>
          <p:cNvPr id="2" name="图片 1"/>
          <p:cNvPicPr>
            <a:picLocks noChangeAspect="1"/>
          </p:cNvPicPr>
          <p:nvPr/>
        </p:nvPicPr>
        <p:blipFill>
          <a:blip r:embed="rId6"/>
          <a:srcRect r="6440"/>
          <a:stretch>
            <a:fillRect/>
          </a:stretch>
        </p:blipFill>
        <p:spPr>
          <a:xfrm>
            <a:off x="0" y="0"/>
            <a:ext cx="3897630" cy="1026795"/>
          </a:xfrm>
          <a:prstGeom prst="rect">
            <a:avLst/>
          </a:prstGeom>
          <a:noFill/>
          <a:ln>
            <a:noFill/>
          </a:ln>
        </p:spPr>
      </p:pic>
    </p:spTree>
    <p:custDataLst>
      <p:tags r:id="rId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3"/>
</p:tagLst>
</file>

<file path=ppt/tags/tag7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01"/>
</p:tagLst>
</file>

<file path=ppt/tags/tag7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f"/>
  <p:tag name="KSO_WM_UNIT_SUBTYPE" val="g"/>
  <p:tag name="KSO_WM_UNIT_INDEX" val="4"/>
  <p:tag name="KSO_WM_BEAUTIFY_FLAG" val="#wm#"/>
  <p:tag name="KSO_WM_TAG_VERSION" val="3.0"/>
  <p:tag name="KSO_WM_UNIT_PRESET_TEXT" val="公司名"/>
  <p:tag name="KSO_WM_UNIT_ID" val="_1*f*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76.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77.xml><?xml version="1.0" encoding="utf-8"?>
<p:tagLst xmlns:p="http://schemas.openxmlformats.org/presentationml/2006/main">
  <p:tag name="KSO_WM_UNIT_TYPE" val="f"/>
  <p:tag name="KSO_WM_UNIT_SUBTYPE" val="e"/>
  <p:tag name="KSO_WM_UNIT_INDEX" val="3"/>
  <p:tag name="KSO_WM_BEAUTIFY_FLAG" val="#wm#"/>
  <p:tag name="KSO_WM_TAG_VERSION" val="3.0"/>
  <p:tag name="KSO_WM_UNIT_PRESET_TEXT" val="年号"/>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5"/>
</p:tagLst>
</file>

<file path=ppt/tags/tag7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7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8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8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4"/>
</p:tagLst>
</file>

<file path=ppt/tags/tag9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10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05"/>
</p:tagLst>
</file>

<file path=ppt/tags/tag101.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6"/>
</p:tagLst>
</file>

<file path=ppt/tags/tag10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10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107.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10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12.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113.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14.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11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1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2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12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13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35.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3"/>
</p:tagLst>
</file>

<file path=ppt/tags/tag14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8"/>
</p:tagLst>
</file>

<file path=ppt/tags/tag14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48.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49.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0"/>
</p:tagLst>
</file>

<file path=ppt/tags/tag150.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4.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6801"/>
</p:tagLst>
</file>

<file path=ppt/tags/tag156.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6801"/>
</p:tagLst>
</file>

<file path=ppt/tags/tag15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p="http://schemas.openxmlformats.org/presentationml/2006/main">
  <p:tag name="KSO_WM_TEMPLATE_SUBCATEGORY" val="29"/>
  <p:tag name="KSO_WM_TEMPLATE_COLOR_TYPE" val="0"/>
  <p:tag name="KSO_WM_TAG_VERSION" val="3.0"/>
  <p:tag name="KSO_WM_TEMPLATE_THUMBS_INDEX" val="1、14"/>
  <p:tag name="KSO_WM_BEAUTIFY_FLAG" val="#wm#"/>
  <p:tag name="KSO_WM_TEMPLATE_INDEX" val="20236801"/>
  <p:tag name="KSO_WM_TEMPLATE_CATEGORY" val="custom"/>
  <p:tag name="KSO_WM_TEMPLATE_MASTER_TYPE" val="0"/>
</p:tagLst>
</file>

<file path=ppt/tags/tag161.xml><?xml version="1.0" encoding="utf-8"?>
<p:tagLst xmlns:p="http://schemas.openxmlformats.org/presentationml/2006/main">
  <p:tag name="KSO_WM_UNIT_TYPE" val="a"/>
  <p:tag name="KSO_WM_UNIT_INDEX" val="1"/>
  <p:tag name="KSO_WM_BEAUTIFY_FLAG" val="#wm#"/>
  <p:tag name="KSO_WM_TAG_VERSION" val="3.0"/>
  <p:tag name="KSO_WM_UNIT_ID" val="custom20236801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添加文档标题"/>
</p:tagLst>
</file>

<file path=ppt/tags/tag162.xml><?xml version="1.0" encoding="utf-8"?>
<p:tagLst xmlns:p="http://schemas.openxmlformats.org/presentationml/2006/main">
  <p:tag name="KSO_WM_UNIT_TYPE" val="f"/>
  <p:tag name="KSO_WM_UNIT_SUBTYPE" val="g"/>
  <p:tag name="KSO_WM_UNIT_INDEX" val="4"/>
  <p:tag name="KSO_WM_BEAUTIFY_FLAG" val="#wm#"/>
  <p:tag name="KSO_WM_TAG_VERSION" val="3.0"/>
  <p:tag name="KSO_WM_UNIT_ID" val="custom20236801_1*f*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63.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ID" val="custom20236801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64.xml><?xml version="1.0" encoding="utf-8"?>
<p:tagLst xmlns:p="http://schemas.openxmlformats.org/presentationml/2006/main">
  <p:tag name="KSO_WM_UNIT_TYPE" val="f"/>
  <p:tag name="KSO_WM_UNIT_SUBTYPE" val="e"/>
  <p:tag name="KSO_WM_UNIT_INDEX" val="3"/>
  <p:tag name="KSO_WM_BEAUTIFY_FLAG" val="#wm#"/>
  <p:tag name="KSO_WM_TAG_VERSION" val="3.0"/>
  <p:tag name="KSO_WM_UNIT_ID" val="custom20236801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6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6801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 name="KSO_WM_UNIT_PRESET_TEXT_INDEX" val="-1"/>
  <p:tag name="KSO_WM_UNIT_PRESET_TEXT_LEN" val="0"/>
</p:tagLst>
</file>

<file path=ppt/tags/tag166.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14"/>
  <p:tag name="KSO_WM_BEAUTIFY_FLAG" val="#wm#"/>
  <p:tag name="KSO_WM_TEMPLATE_INDEX" val="20236801"/>
  <p:tag name="KSO_WM_TEMPLATE_CATEGORY" val="custom"/>
  <p:tag name="KSO_WM_SLIDE_INDEX" val="1"/>
  <p:tag name="KSO_WM_SLIDE_ID" val="custom20236801_1"/>
  <p:tag name="KSO_WM_TEMPLATE_MASTER_TYPE" val="0"/>
  <p:tag name="KSO_WM_SLIDE_LAYOUT" val="a_b_f"/>
  <p:tag name="KSO_WM_SLIDE_LAYOUT_CNT" val="1_1_4"/>
  <p:tag name="KSO_WM_SLIDE_THEME_ID" val="3402803"/>
  <p:tag name="KSO_WM_SLIDE_THEME_NAME" val="简约风教育教学毕业答辩"/>
</p:tagLst>
</file>

<file path=ppt/tags/tag167.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6801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PRESET_TEXT_INDEX" val="-1"/>
  <p:tag name="KSO_WM_UNIT_PRESET_TEXT_LEN" val="0"/>
</p:tagLst>
</file>

<file path=ppt/tags/tag168.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UNIT_SUBTYPE" val="a"/>
  <p:tag name="KSO_WM_UNIT_TEXT_LAYER_COUNT" val="1"/>
  <p:tag name="KSO_WM_UNIT_TEXT_TYPE" val="1"/>
  <p:tag name="KSO_WM_UNIT_PRESET_TEXT" val="添加目录项标题"/>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69.xml><?xml version="1.0" encoding="utf-8"?>
<p:tagLst xmlns:p="http://schemas.openxmlformats.org/presentationml/2006/main">
  <p:tag name="KSO_WM_UNIT_TYPE" val="l_h_i"/>
  <p:tag name="KSO_WM_UNIT_INDEX" val="1_3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solid&quot;:{&quot;brightness&quot;:0,&quot;colorType&quot;:1,&quot;foreColorIndex&quot;:14,&quot;transparency&quot;:0},&quot;type&quot;:1},&quot;glow&quot;:{&quot;colorType&quot;:0},&quot;line&quot;:{&quot;solidLine&quot;:{&quot;brightness&quot;:0.800000011920929,&quot;colorType&quot;:1,&quot;foreColorIndex&quot;:5,&quot;transparency&quot;:0},&quot;type&quot;:1},&quot;shadow&quot;:{&quot;brightness&quot;:-0.25,&quot;colorType&quot;:1,&quot;foreColorIndex&quot;:16,&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solidLine&quot;:{&quot;brightness&quot;:-0.10000000149011612,&quot;colorType&quot;:1,&quot;foreColorIndex&quot;:16,&quot;transparency&quot;:0},&quot;type&quot;:1},&quot;shadow&quot;:{&quot;colorType&quot;:0},&quot;threeD&quot;:{&quot;curvedSurface&quot;:{&quot;brightness&quot;:0,&quot;colorType&quot;:2,&quot;rgb&quot;:&quot;#000000&quot;},&quot;depth&quot;:{&quot;colorType&quot;:0}}}}"/>
</p:tagLst>
</file>

<file path=ppt/tags/tag170.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800000011920929,&quot;colorType&quot;:1,&quot;foreColorIndex&quot;:5,&quot;transparency&quot;:0},&quot;type&quot;:1},&quot;glow&quot;:{&quot;colorType&quot;:0},&quot;line&quot;:{&quot;solidLine&quot;:{&quot;brightness&quot;:0,&quot;colorType&quot;:1,&quot;foreColorIndex&quot;:15,&quot;transparency&quot;:0},&quot;type&quot;:1},&quot;shadow&quot;:{&quot;colorType&quot;:0},&quot;threeD&quot;:{&quot;curvedSurface&quot;:{&quot;brightness&quot;:0,&quot;colorType&quot;:2,&quot;rgb&quot;:&quot;#000000&quot;},&quot;depth&quot;:{&quot;colorType&quot;:0}}}}"/>
</p:tagLst>
</file>

<file path=ppt/tags/tag171.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UNIT_SUBTYPE" val="a"/>
  <p:tag name="KSO_WM_UNIT_TEXT_LAYER_COUNT" val="1"/>
  <p:tag name="KSO_WM_UNIT_TEXT_TYPE" val="1"/>
  <p:tag name="KSO_WM_UNIT_PRESET_TEXT" val="添加目录项标题"/>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72.xml><?xml version="1.0" encoding="utf-8"?>
<p:tagLst xmlns:p="http://schemas.openxmlformats.org/presentationml/2006/main">
  <p:tag name="KSO_WM_UNIT_TYPE" val="l_h_i"/>
  <p:tag name="KSO_WM_UNIT_INDEX" val="1_4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solid&quot;:{&quot;brightness&quot;:0,&quot;colorType&quot;:1,&quot;foreColorIndex&quot;:14,&quot;transparency&quot;:0},&quot;type&quot;:1},&quot;glow&quot;:{&quot;colorType&quot;:0},&quot;line&quot;:{&quot;solidLine&quot;:{&quot;brightness&quot;:0.800000011920929,&quot;colorType&quot;:1,&quot;foreColorIndex&quot;:5,&quot;transparency&quot;:0},&quot;type&quot;:1},&quot;shadow&quot;:{&quot;brightness&quot;:-0.25,&quot;colorType&quot;:1,&quot;foreColorIndex&quot;:16,&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solidLine&quot;:{&quot;brightness&quot;:-0.10000000149011612,&quot;colorType&quot;:1,&quot;foreColorIndex&quot;:16,&quot;transparency&quot;:0},&quot;type&quot;:1},&quot;shadow&quot;:{&quot;colorType&quot;:0},&quot;threeD&quot;:{&quot;curvedSurface&quot;:{&quot;brightness&quot;:0,&quot;colorType&quot;:2,&quot;rgb&quot;:&quot;#000000&quot;},&quot;depth&quot;:{&quot;colorType&quot;:0}}}}"/>
</p:tagLst>
</file>

<file path=ppt/tags/tag173.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800000011920929,&quot;colorType&quot;:1,&quot;foreColorIndex&quot;:5,&quot;transparency&quot;:0},&quot;type&quot;:1},&quot;glow&quot;:{&quot;colorType&quot;:0},&quot;line&quot;:{&quot;solidLine&quot;:{&quot;brightness&quot;:0,&quot;colorType&quot;:1,&quot;foreColorIndex&quot;:15,&quot;transparency&quot;:0},&quot;type&quot;:1},&quot;shadow&quot;:{&quot;colorType&quot;:0},&quot;threeD&quot;:{&quot;curvedSurface&quot;:{&quot;brightness&quot;:0,&quot;colorType&quot;:2,&quot;rgb&quot;:&quot;#000000&quot;},&quot;depth&quot;:{&quot;colorType&quot;:0}}}}"/>
</p:tagLst>
</file>

<file path=ppt/tags/tag174.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UNIT_SUBTYPE" val="a"/>
  <p:tag name="KSO_WM_UNIT_TEXT_LAYER_COUNT" val="1"/>
  <p:tag name="KSO_WM_UNIT_TEXT_TYPE" val="1"/>
  <p:tag name="KSO_WM_UNIT_PRESET_TEXT" val="添加目录项标题"/>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75.xml><?xml version="1.0" encoding="utf-8"?>
<p:tagLst xmlns:p="http://schemas.openxmlformats.org/presentationml/2006/main">
  <p:tag name="KSO_WM_UNIT_TYPE" val="l_h_i"/>
  <p:tag name="KSO_WM_UNIT_INDEX" val="1_5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solid&quot;:{&quot;brightness&quot;:0,&quot;colorType&quot;:1,&quot;foreColorIndex&quot;:14,&quot;transparency&quot;:0},&quot;type&quot;:1},&quot;glow&quot;:{&quot;colorType&quot;:0},&quot;line&quot;:{&quot;solidLine&quot;:{&quot;brightness&quot;:0.800000011920929,&quot;colorType&quot;:1,&quot;foreColorIndex&quot;:5,&quot;transparency&quot;:0},&quot;type&quot;:1},&quot;shadow&quot;:{&quot;brightness&quot;:-0.25,&quot;colorType&quot;:1,&quot;foreColorIndex&quot;:16,&quot;transparency&quot;:0.80000001192092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solidLine&quot;:{&quot;brightness&quot;:-0.10000000149011612,&quot;colorType&quot;:1,&quot;foreColorIndex&quot;:16,&quot;transparency&quot;:0},&quot;type&quot;:1},&quot;shadow&quot;:{&quot;colorType&quot;:0},&quot;threeD&quot;:{&quot;curvedSurface&quot;:{&quot;brightness&quot;:0,&quot;colorType&quot;:2,&quot;rgb&quot;:&quot;#000000&quot;},&quot;depth&quot;:{&quot;colorType&quot;:0}}}}"/>
</p:tagLst>
</file>

<file path=ppt/tags/tag176.xml><?xml version="1.0" encoding="utf-8"?>
<p:tagLst xmlns:p="http://schemas.openxmlformats.org/presentationml/2006/main">
  <p:tag name="KSO_WM_UNIT_TYPE" val="l_h_i"/>
  <p:tag name="KSO_WM_UNIT_SUBTYPE" val="d"/>
  <p:tag name="KSO_WM_UNIT_INDEX" val="1_5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i*1_5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800000011920929,&quot;colorType&quot;:1,&quot;foreColorIndex&quot;:5,&quot;transparency&quot;:0},&quot;type&quot;:1},&quot;glow&quot;:{&quot;colorType&quot;:0},&quot;line&quot;:{&quot;solidLine&quot;:{&quot;brightness&quot;:0,&quot;colorType&quot;:1,&quot;foreColorIndex&quot;:15,&quot;transparency&quot;:0},&quot;type&quot;:1},&quot;shadow&quot;:{&quot;colorType&quot;:0},&quot;threeD&quot;:{&quot;curvedSurface&quot;:{&quot;brightness&quot;:0,&quot;colorType&quot;:2,&quot;rgb&quot;:&quot;#000000&quot;},&quot;depth&quot;:{&quot;colorType&quot;:0}}}}"/>
</p:tagLst>
</file>

<file path=ppt/tags/tag177.xml><?xml version="1.0" encoding="utf-8"?>
<p:tagLst xmlns:p="http://schemas.openxmlformats.org/presentationml/2006/main">
  <p:tag name="KSO_WM_UNIT_TYPE" val="l_h_f"/>
  <p:tag name="KSO_WM_UNIT_INDEX" val="1_5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6801_6*l_h_f*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801"/>
  <p:tag name="KSO_WM_TEMPLATE_CATEGORY" val="custom"/>
  <p:tag name="KSO_WM_UNIT_SUBTYPE" val="a"/>
  <p:tag name="KSO_WM_UNIT_TEXT_LAYER_COUNT" val="1"/>
  <p:tag name="KSO_WM_UNIT_TEXT_TYPE" val="1"/>
  <p:tag name="KSO_WM_UNIT_PRESET_TEXT" val="添加目录项标题"/>
  <p:tag name="KSO_WM_DIAGRAM_MAX_ITEMCNT" val="6"/>
  <p:tag name="KSO_WM_DIAGRAM_MIN_ITEMCNT" val="2"/>
  <p:tag name="KSO_WM_DIAGRAM_VIRTUALLY_FRAME" val="{&quot;height&quot;:381,&quot;left&quot;:411.35,&quot;top&quot;:79.5,&quot;width&quot;:459.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78.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6801_6*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Lst>
</file>

<file path=ppt/tags/tag179.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6"/>
  <p:tag name="KSO_WM_DIAGRAM_GROUP_CODE" val="l1-1"/>
  <p:tag name="KSO_WM_BEAUTIFY_FLAG" val="#wm#"/>
  <p:tag name="KSO_WM_TEMPLATE_INDEX" val="20236801"/>
  <p:tag name="KSO_WM_TEMPLATE_CATEGORY" val="custom"/>
  <p:tag name="KSO_WM_SLIDE_INDEX" val="6"/>
  <p:tag name="KSO_WM_SLIDE_ID" val="custom20236801_6"/>
  <p:tag name="KSO_WM_TEMPLATE_MASTER_TYPE" val="0"/>
  <p:tag name="KSO_WM_SLIDE_LAYOUT" val="a_l"/>
  <p:tag name="KSO_WM_SLIDE_LAYOUT_CNT" val="1_1"/>
  <p:tag name="KSO_WM_SLIDE_DIAGTYPE" val="l"/>
  <p:tag name="KSO_WM_SLIDE_THEME_ID" val="3402803"/>
  <p:tag name="KSO_WM_SLIDE_THEME_NAME" val="简约风教育教学毕业答辩"/>
</p:tagLst>
</file>

<file path=ppt/tags/tag180.xml><?xml version="1.0" encoding="utf-8"?>
<p:tagLst xmlns:p="http://schemas.openxmlformats.org/presentationml/2006/main">
  <p:tag name="KSO_WM_UNIT_TYPE" val="a"/>
  <p:tag name="KSO_WM_UNIT_INDEX" val="1"/>
  <p:tag name="KSO_WM_BEAUTIFY_FLAG" val="#wm#"/>
  <p:tag name="KSO_WM_TAG_VERSION" val="3.0"/>
  <p:tag name="KSO_WM_UNIT_ID" val="custom2023680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单击添加章节标题"/>
</p:tagLst>
</file>

<file path=ppt/tags/tag181.xml><?xml version="1.0" encoding="utf-8"?>
<p:tagLst xmlns:p="http://schemas.openxmlformats.org/presentationml/2006/main">
  <p:tag name="KSO_WM_UNIT_TYPE" val="b"/>
  <p:tag name="KSO_WM_UNIT_INDEX" val="1"/>
  <p:tag name="KSO_WM_BEAUTIFY_FLAG" val="#wm#"/>
  <p:tag name="KSO_WM_TAG_VERSION" val="3.0"/>
  <p:tag name="KSO_WM_UNIT_ID" val="custom20236801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添加副标题单击编辑添加副标题内容"/>
</p:tagLst>
</file>

<file path=ppt/tags/tag182.xml><?xml version="1.0" encoding="utf-8"?>
<p:tagLst xmlns:p="http://schemas.openxmlformats.org/presentationml/2006/main">
  <p:tag name="KSO_WM_UNIT_TYPE" val="e"/>
  <p:tag name="KSO_WM_UNIT_INDEX" val="1"/>
  <p:tag name="KSO_WM_BEAUTIFY_FLAG" val="#wm#"/>
  <p:tag name="KSO_WM_TAG_VERSION" val="3.0"/>
  <p:tag name="KSO_WM_UNIT_ID" val="custom20236801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PRESET_TEXT_INDEX" val="-1"/>
  <p:tag name="KSO_WM_UNIT_PRESET_TEXT_LEN" val="0"/>
</p:tagLst>
</file>

<file path=ppt/tags/tag18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801"/>
  <p:tag name="KSO_WM_TEMPLATE_CATEGORY" val="custom"/>
  <p:tag name="KSO_WM_SLIDE_INDEX" val="7"/>
  <p:tag name="KSO_WM_SLIDE_ID" val="custom20236801_7"/>
  <p:tag name="KSO_WM_TEMPLATE_MASTER_TYPE" val="0"/>
  <p:tag name="KSO_WM_SLIDE_LAYOUT" val="a_b_e"/>
  <p:tag name="KSO_WM_SLIDE_LAYOUT_CNT" val="1_1_1"/>
  <p:tag name="KSO_WM_SLIDE_THEME_ID" val="3402803"/>
  <p:tag name="KSO_WM_SLIDE_THEME_NAME" val="简约风教育教学毕业答辩"/>
</p:tagLst>
</file>

<file path=ppt/tags/tag184.xml><?xml version="1.0" encoding="utf-8"?>
<p:tagLst xmlns:p="http://schemas.openxmlformats.org/presentationml/2006/main">
  <p:tag name="KSO_WM_UNIT_INDEX" val="1"/>
  <p:tag name="KSO_WM_UNIT_TYPE" val="a"/>
  <p:tag name="KSO_WM_BEAUTIFY_FLAG" val="#wm#"/>
</p:tagLst>
</file>

<file path=ppt/tags/tag185.xml><?xml version="1.0" encoding="utf-8"?>
<p:tagLst xmlns:p="http://schemas.openxmlformats.org/presentationml/2006/main">
  <p:tag name="KSO_WM_UNIT_INDEX" val="2"/>
  <p:tag name="KSO_WM_UNIT_TYPE" val="j"/>
  <p:tag name="KSO_WM_BEAUTIFY_FLAG" val="#wm#"/>
</p:tagLst>
</file>

<file path=ppt/tags/tag186.xml><?xml version="1.0" encoding="utf-8"?>
<p:tagLst xmlns:p="http://schemas.openxmlformats.org/presentationml/2006/main">
  <p:tag name="KSO_WM_UNIT_INDEX" val="10"/>
  <p:tag name="KSO_WM_UNIT_TYPE" val="f"/>
  <p:tag name="KSO_WM_UNIT_SUBTYPE" val="a"/>
  <p:tag name="KSO_WM_BEAUTIFY_FLAG" val="#wm#"/>
</p:tagLst>
</file>

<file path=ppt/tags/tag187.xml><?xml version="1.0" encoding="utf-8"?>
<p:tagLst xmlns:p="http://schemas.openxmlformats.org/presentationml/2006/main">
  <p:tag name="KSO_WM_TEMPLATE_CATEGORY" val="custom"/>
  <p:tag name="KSO_WM_TEMPLATE_INDEX" val="20236801"/>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SLIDE_INDEX" val="8"/>
  <p:tag name="KSO_WM_SLIDE_ID" val="custom20236801_8"/>
  <p:tag name="KSO_WM_TEMPLATE_MASTER_TYPE" val="0"/>
  <p:tag name="KSO_WM_SLIDE_LAYOUT" val="a_f"/>
  <p:tag name="KSO_WM_SLIDE_LAYOUT_CNT" val="1_1"/>
  <p:tag name="KSO_WM_SLIDE_SIZE" val="850*457"/>
  <p:tag name="KSO_WM_SLIDE_POSITION" val="54*28"/>
</p:tagLst>
</file>

<file path=ppt/tags/tag188.xml><?xml version="1.0" encoding="utf-8"?>
<p:tagLst xmlns:p="http://schemas.openxmlformats.org/presentationml/2006/main">
  <p:tag name="KSO_WM_UNIT_INDEX" val="1"/>
  <p:tag name="KSO_WM_UNIT_TYPE" val="a"/>
  <p:tag name="KSO_WM_BEAUTIFY_FLAG" val="#wm#"/>
</p:tagLst>
</file>

<file path=ppt/tags/tag189.xml><?xml version="1.0" encoding="utf-8"?>
<p:tagLst xmlns:p="http://schemas.openxmlformats.org/presentationml/2006/main">
  <p:tag name="KSO_WM_UNIT_INDEX" val="2"/>
  <p:tag name="KSO_WM_UNIT_TYPE" val="j"/>
  <p:tag name="KSO_WM_BEAUTIFY_FLAG" val="#wm#"/>
</p:tagLst>
</file>

<file path=ppt/tags/tag190.xml><?xml version="1.0" encoding="utf-8"?>
<p:tagLst xmlns:p="http://schemas.openxmlformats.org/presentationml/2006/main">
  <p:tag name="KSO_WM_UNIT_INDEX" val="10"/>
  <p:tag name="KSO_WM_UNIT_TYPE" val="f"/>
  <p:tag name="KSO_WM_UNIT_SUBTYPE" val="a"/>
  <p:tag name="KSO_WM_BEAUTIFY_FLAG" val="#wm#"/>
</p:tagLst>
</file>

<file path=ppt/tags/tag19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6801"/>
  <p:tag name="KSO_WM_TEMPLATE_CATEGORY" val="custom"/>
  <p:tag name="KSO_WM_SLIDE_INDEX" val="8"/>
  <p:tag name="KSO_WM_SLIDE_ID" val="custom20236801_8"/>
  <p:tag name="KSO_WM_TEMPLATE_MASTER_TYPE" val="0"/>
  <p:tag name="KSO_WM_SLIDE_LAYOUT" val="a_f"/>
  <p:tag name="KSO_WM_SLIDE_LAYOUT_CNT" val="1_1"/>
  <p:tag name="KSO_WM_SLIDE_SIZE" val="850*457"/>
  <p:tag name="KSO_WM_SLIDE_POSITION" val="54*28"/>
</p:tagLst>
</file>

<file path=ppt/tags/tag19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963_1*a*1"/>
  <p:tag name="KSO_WM_TEMPLATE_CATEGORY" val="diagram"/>
  <p:tag name="KSO_WM_TEMPLATE_INDEX" val="20231963"/>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9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3_1*l_h_a*1_1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Lst>
</file>

<file path=ppt/tags/tag19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3_1*l_h_f*1_1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
  <p:tag name="KSO_WM_UNIT_TEXT_FILL_FORE_SCHEMECOLOR_INDEX" val="1"/>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963_1*l_h_i*1_1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3_1*l_h_i*1_1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3_1*l_h_i*1_2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963_1*l_h_i*1_4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3_1*l_h_i*1_3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Lst>
</file>

<file path=ppt/tags/tag2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963_1*l_h_a*1_4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Lst>
</file>

<file path=ppt/tags/tag20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3_1*l_h_f*1_4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963_1*l_h_i*1_4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Lst>
</file>

<file path=ppt/tags/tag2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3_1*l_h_a*1_2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963_1*l_h_i*1_2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Lst>
</file>

<file path=ppt/tags/tag20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3_1*l_h_a*1_3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963_1*l_h_i*1_3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Lst>
</file>

<file path=ppt/tags/tag207.xml><?xml version="1.0" encoding="utf-8"?>
<p:tagLst xmlns:p="http://schemas.openxmlformats.org/presentationml/2006/main">
  <p:tag name="KSO_WM_UNIT_VALUE" val="223*223"/>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1963_1*l_h_x*1_1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963_1*l_i*1_1"/>
  <p:tag name="KSO_WM_TEMPLATE_CATEGORY" val="diagram"/>
  <p:tag name="KSO_WM_TEMPLATE_INDEX" val="20231963"/>
  <p:tag name="KSO_WM_UNIT_LAYERLEVEL" val="1_1"/>
  <p:tag name="KSO_WM_TAG_VERSION" val="3.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solid&quot;:{&quot;brightness&quot;:0,&quot;colorType&quot;:1,&quot;foreColorIndex&quot;: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Lst>
</file>

<file path=ppt/tags/tag209.xml><?xml version="1.0" encoding="utf-8"?>
<p:tagLst xmlns:p="http://schemas.openxmlformats.org/presentationml/2006/main">
  <p:tag name="KSO_WM_UNIT_VALUE" val="208*208"/>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1963_1*l_h_x*1_4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10.xml><?xml version="1.0" encoding="utf-8"?>
<p:tagLst xmlns:p="http://schemas.openxmlformats.org/presentationml/2006/main">
  <p:tag name="KSO_WM_UNIT_VALUE" val="209*209"/>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1963_1*l_h_x*1_2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11.xml><?xml version="1.0" encoding="utf-8"?>
<p:tagLst xmlns:p="http://schemas.openxmlformats.org/presentationml/2006/main">
  <p:tag name="KSO_WM_UNIT_VALUE" val="200*200"/>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1963_1*l_h_x*1_3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1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3_1*l_h_f*1_2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内容，文字是您思想的提炼"/>
  <p:tag name="KSO_WM_UNIT_TEXT_FILL_FORE_SCHEMECOLOR_INDEX" val="1"/>
  <p:tag name="KSO_WM_UNIT_TEXT_FILL_TYPE" val="1"/>
</p:tagLst>
</file>

<file path=ppt/tags/tag21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3_1*l_h_f*1_3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823609152065,&quot;left&quot;:79.39984251968502,&quot;top&quot;:152.00157609266748,&quot;width&quot;:805.4825196850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内容"/>
  <p:tag name="KSO_WM_UNIT_TEXT_FILL_FORE_SCHEMECOLOR_INDEX" val="1"/>
  <p:tag name="KSO_WM_UNIT_TEXT_FILL_TYPE" val="1"/>
</p:tagLst>
</file>

<file path=ppt/tags/tag214.xml><?xml version="1.0" encoding="utf-8"?>
<p:tagLst xmlns:p="http://schemas.openxmlformats.org/presentationml/2006/main">
  <p:tag name="KSO_WM_SLIDE_ID" val="diagram20231963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diagram"/>
  <p:tag name="KSO_WM_TEMPLATE_INDEX" val="20231963"/>
  <p:tag name="KSO_WM_SLIDE_TYPE" val="text"/>
  <p:tag name="KSO_WM_SLIDE_SUBTYPE" val="diag"/>
  <p:tag name="KSO_WM_SLIDE_SIZE" val="805.441*287.35"/>
  <p:tag name="KSO_WM_SLIDE_POSITION" val="79.3998*152.002"/>
  <p:tag name="KSO_WM_SLIDE_LAYOUT" val="a_l"/>
  <p:tag name="KSO_WM_SLIDE_LAYOUT_CNT" val="1_1"/>
  <p:tag name="KSO_WM_SPECIAL_SOURCE" val="bdnull"/>
  <p:tag name="KSO_WM_DIAGRAM_GROUP_CODE" val="l1-1"/>
  <p:tag name="KSO_WM_SLIDE_DIAGTYPE" val="l"/>
  <p:tag name="KSO_WM_SLIDE_SOURCE" val="WPPAIGenerateSlide"/>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1"/>
  <p:tag name="KSO_WM_TEMPLATE_CATEGORY" val="custom"/>
  <p:tag name="KSO_WM_TEMPLATE_INDEX" val="20233278"/>
  <p:tag name="KSO_WM_UNIT_LAYERLEVEL" val="1"/>
  <p:tag name="KSO_WM_TAG_VERSION" val="3.0"/>
  <p:tag name="KSO_WM_BEAUTIFY_FLAG" val="#wm#"/>
  <p:tag name="KSO_WM_UNIT_TYPE" val="i"/>
  <p:tag name="KSO_WM_UNIT_INDEX" val="1"/>
  <p:tag name="KSO_WM_UNIT_FILL_FORE_SCHEMECOLOR_INDEX" val="5"/>
  <p:tag name="KSO_WM_UNIT_FILL_TYPE" val="1"/>
  <p:tag name="KSO_WM_UNIT_TEXT_FILL_FORE_SCHEMECOLOR_INDEX" val="2"/>
  <p:tag name="KSO_WM_UNIT_TEXT_FILL_TYPE" val="1"/>
  <p:tag name="KSO_WM_UNIT_USESOURCEFORMAT_APPLY"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2"/>
  <p:tag name="KSO_WM_TEMPLATE_CATEGORY" val="custom"/>
  <p:tag name="KSO_WM_TEMPLATE_INDEX" val="20233278"/>
  <p:tag name="KSO_WM_UNIT_LAYERLEVEL" val="1"/>
  <p:tag name="KSO_WM_TAG_VERSION" val="3.0"/>
  <p:tag name="KSO_WM_BEAUTIFY_FLAG" val="#wm#"/>
  <p:tag name="KSO_WM_UNIT_TYPE" val="i"/>
  <p:tag name="KSO_WM_UNIT_INDEX" val="2"/>
  <p:tag name="KSO_WM_UNIT_FILL_FORE_SCHEMECOLOR_INDEX" val="5"/>
  <p:tag name="KSO_WM_UNIT_FILL_TYPE" val="1"/>
  <p:tag name="KSO_WM_UNIT_LINE_FORE_SCHEMECOLOR_INDEX" val="5"/>
  <p:tag name="KSO_WM_UNIT_LINE_FILL_TYPE" val="2"/>
  <p:tag name="KSO_WM_UNIT_TEXT_FILL_FORE_SCHEMECOLOR_INDEX" val="2"/>
  <p:tag name="KSO_WM_UNIT_TEXT_FILL_TYPE" val="1"/>
  <p:tag name="KSO_WM_UNIT_USESOURCEFORMAT_APPLY" val="1"/>
</p:tagLst>
</file>

<file path=ppt/tags/tag217.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TEMPLATE_INDEX" val="20233278"/>
  <p:tag name="KSO_WM_UNIT_ID" val="custom20233278_1*a*1"/>
  <p:tag name="KSO_WM_UNIT_PRESET_TEXT" val="单击此处添加标题内容"/>
  <p:tag name="KSO_WM_UNIT_TEXT_TYPE"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3"/>
  <p:tag name="KSO_WM_TEMPLATE_CATEGORY" val="custom"/>
  <p:tag name="KSO_WM_TEMPLATE_INDEX" val="20233278"/>
  <p:tag name="KSO_WM_UNIT_LAYERLEVEL" val="1"/>
  <p:tag name="KSO_WM_TAG_VERSION" val="3.0"/>
  <p:tag name="KSO_WM_BEAUTIFY_FLAG" val="#wm#"/>
  <p:tag name="KSO_WM_UNIT_TYPE" val="i"/>
  <p:tag name="KSO_WM_UNIT_INDEX" val="3"/>
  <p:tag name="KSO_WM_UNIT_LINE_FORE_SCHEMECOLOR_INDEX" val="5"/>
  <p:tag name="KSO_WM_UNIT_TEXT_FILL_FORE_SCHEMECOLOR_INDEX" val="2"/>
  <p:tag name="KSO_WM_UNIT_TEXT_FILL_TYPE" val="1"/>
  <p:tag name="KSO_WM_UNIT_USESOURCEFORMAT_APPLY" val="1"/>
</p:tagLst>
</file>

<file path=ppt/tags/tag21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70_3*l_h_f*1_1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您的智能图形项正文，文字是您思想的提炼，请尽量言简意赅的阐述观点"/>
  <p:tag name="KSO_WM_UNIT_USESOURCEFORMAT_APPLY" val="1"/>
</p:tagLst>
</file>

<file path=ppt/tags/tag22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70_3*l_h_a*1_1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22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70_3*l_h_f*1_3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智能图形项正文，文字是您思想的提炼，请尽量言简意赅的阐述观点"/>
  <p:tag name="KSO_WM_UNIT_USESOURCEFORMAT_APPLY" val="1"/>
</p:tagLst>
</file>

<file path=ppt/tags/tag22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70_3*l_h_a*1_3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22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3170_3*l_h_f*1_5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您的智能图形项正文内容，文字是您思想的提炼，请尽量言简意赅的阐述观点"/>
  <p:tag name="KSO_WM_UNIT_USESOURCEFORMAT_APPLY" val="1"/>
</p:tagLst>
</file>

<file path=ppt/tags/tag22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3170_3*l_h_a*1_5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22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70_3*l_h_f*1_2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TYPE" val="1"/>
  <p:tag name="KSO_WM_UNIT_TEXT_LAYER_COUNT" val="1"/>
  <p:tag name="KSO_WM_BEAUTIFY_FLAG" val="#wm#"/>
  <p:tag name="KSO_WM_UNIT_PRESET_TEXT" val="单击此处输入您的智能图形项正文，文字是您思想的提炼，请尽量言简意赅的阐述观点"/>
  <p:tag name="KSO_WM_UNIT_TEXT_FILL_FORE_SCHEMECOLOR_INDEX" val="1"/>
  <p:tag name="KSO_WM_UNIT_TEXT_FILL_TYPE" val="1"/>
  <p:tag name="KSO_WM_UNIT_USESOURCEFORMAT_APPLY" val="1"/>
</p:tagLst>
</file>

<file path=ppt/tags/tag22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70_3*l_h_a*1_2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BEAUTIFY_FLAG" val="#wm#"/>
  <p:tag name="KSO_WM_UNIT_PRESET_TEXT" val="此处添加项标题"/>
  <p:tag name="KSO_WM_UNIT_TEXT_FILL_FORE_SCHEMECOLOR_INDEX" val="1"/>
  <p:tag name="KSO_WM_UNIT_TEXT_FILL_TYPE" val="1"/>
  <p:tag name="KSO_WM_UNIT_USESOURCEFORMAT_APPLY" val="1"/>
</p:tagLst>
</file>

<file path=ppt/tags/tag22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170_3*l_h_f*1_4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TYPE" val="1"/>
  <p:tag name="KSO_WM_UNIT_TEXT_LAYER_COUNT" val="1"/>
  <p:tag name="KSO_WM_BEAUTIFY_FLAG" val="#wm#"/>
  <p:tag name="KSO_WM_UNIT_PRESET_TEXT" val="单击此处输入智能图形项正文具体内容，文字是您思想的提炼，请尽量言简意赅的阐述观点"/>
  <p:tag name="KSO_WM_UNIT_TEXT_FILL_FORE_SCHEMECOLOR_INDEX" val="1"/>
  <p:tag name="KSO_WM_UNIT_TEXT_FILL_TYPE" val="1"/>
  <p:tag name="KSO_WM_UNIT_USESOURCEFORMAT_APPLY" val="1"/>
</p:tagLst>
</file>

<file path=ppt/tags/tag22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70_3*l_h_a*1_4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BEAUTIFY_FLAG" val="#wm#"/>
  <p:tag name="KSO_WM_UNIT_PRESET_TEXT" val="此处添加项标题"/>
  <p:tag name="KSO_WM_UNIT_TEXT_FILL_FORE_SCHEMECOLOR_INDEX" val="1"/>
  <p:tag name="KSO_WM_UNIT_TEXT_FILL_TYPE" val="1"/>
  <p:tag name="KSO_WM_UNIT_USESOURCEFORMAT_APPLY" val="1"/>
</p:tagLst>
</file>

<file path=ppt/tags/tag22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3170_3*l_h_f*1_6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TYPE" val="1"/>
  <p:tag name="KSO_WM_UNIT_TEXT_LAYER_COUNT" val="1"/>
  <p:tag name="KSO_WM_BEAUTIFY_FLAG" val="#wm#"/>
  <p:tag name="KSO_WM_UNIT_PRESET_TEXT" val="单击此处输入您的智能图形项正文具体内容，文字是您思想的提炼，请言简意赅的阐述观点"/>
  <p:tag name="KSO_WM_UNIT_TEXT_FILL_FORE_SCHEMECOLOR_INDEX" val="1"/>
  <p:tag name="KSO_WM_UNIT_TEXT_FILL_TYPE" val="1"/>
  <p:tag name="KSO_WM_UNIT_USESOURCEFORMAT_APPLY" val="1"/>
</p:tagLst>
</file>

<file path=ppt/tags/tag23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33170_3*l_h_a*1_6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35.53071050646923,&quot;left&quot;:113.22409448818898,&quot;top&quot;:135.41295183337954,&quot;width&quot;:733.461417322834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BEAUTIFY_FLAG" val="#wm#"/>
  <p:tag name="KSO_WM_UNIT_PRESET_TEXT" val="此处添加项标题"/>
  <p:tag name="KSO_WM_UNIT_TEXT_FILL_FORE_SCHEMECOLOR_INDEX" val="1"/>
  <p:tag name="KSO_WM_UNIT_TEXT_FILL_TYPE" val="1"/>
  <p:tag name="KSO_WM_UNIT_USESOURCEFORMAT_APPLY" val="1"/>
</p:tagLst>
</file>

<file path=ppt/tags/tag231.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33278"/>
  <p:tag name="KSO_WM_TEMPLATE_SUBCATEGORY" val="0"/>
  <p:tag name="KSO_WM_SLIDE_INDEX" val="1"/>
  <p:tag name="KSO_WM_TAG_VERSION" val="3.0"/>
  <p:tag name="KSO_WM_SLIDE_ID" val="custom20233278_1"/>
  <p:tag name="KSO_WM_SLIDE_ITEM_CNT" val="6"/>
  <p:tag name="KSO_WM_SLIDE_SOURCE" val="WPPAIGenerateSlide"/>
</p:tagLst>
</file>

<file path=ppt/tags/tag2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diagram20231459_1*a*1"/>
  <p:tag name="KSO_WM_TEMPLATE_CATEGORY" val="diagram"/>
  <p:tag name="KSO_WM_TEMPLATE_INDEX" val="20231459"/>
  <p:tag name="KSO_WM_UNIT_LAYERLEVEL" val="1"/>
  <p:tag name="KSO_WM_TAG_VERSION" val="3.0"/>
  <p:tag name="KSO_WM_BEAUTIFY_FLAG" val="#wm#"/>
  <p:tag name="KSO_WM_UNIT_TEXT_TYPE" val="1"/>
  <p:tag name="KSO_WM_UNIT_VALUE" val="29"/>
  <p:tag name="KSO_WM_UNIT_PRESET_TEXT" val="单击此处添加标题"/>
  <p:tag name="KSO_WM_UNIT_TEXT_FILL_FORE_SCHEMECOLOR_INDEX" val="13"/>
  <p:tag name="KSO_WM_UNIT_TEXT_FILL_TYPE" val="1"/>
  <p:tag name="KSO_WM_UNIT_USESOURCEFORMAT_APPLY" val="0"/>
</p:tagLst>
</file>

<file path=ppt/tags/tag2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31459_4*m_h_i*1_4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2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31459_4*m_h_i*1_2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23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1459_4*m_h_i*1_1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23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1459_4*m_h_i*1_1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2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31459_4*m_h_i*1_1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23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1459_4*m_h_i*1_1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1459_4*m_h_f*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
  <p:tag name="KSO_WM_UNIT_TEXT_FILL_FORE_SCHEMECOLOR_INDEX" val="1"/>
  <p:tag name="KSO_WM_UNIT_TEXT_FILL_TYPE" val="1"/>
  <p:tag name="KSO_WM_UNIT_USESOURCEFORMAT_APPLY" val="0"/>
</p:tagLst>
</file>

<file path=ppt/tags/tag2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1459_4*m_h_a*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4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1459_4*m_h_i*1_2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24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1459_4*m_h_i*1_2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24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1459_4*m_h_i*1_2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4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1459_4*m_h_f*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
  <p:tag name="KSO_WM_UNIT_TEXT_FILL_FORE_SCHEMECOLOR_INDEX" val="1"/>
  <p:tag name="KSO_WM_UNIT_TEXT_FILL_TYPE" val="1"/>
  <p:tag name="KSO_WM_UNIT_USESOURCEFORMAT_APPLY" val="0"/>
</p:tagLst>
</file>

<file path=ppt/tags/tag2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1459_4*m_h_a*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9_4*m_i*1_1"/>
  <p:tag name="KSO_WM_TEMPLATE_CATEGORY" val="diagram"/>
  <p:tag name="KSO_WM_TEMPLATE_INDEX" val="2023145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1"/>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400000214576721,&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4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1459_4*m_h_i*1_3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24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1459_4*m_h_i*1_3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2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31459_4*m_h_i*1_3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2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1459_4*m_h_i*1_3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1459_4*m_h_f*1_3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
  <p:tag name="KSO_WM_UNIT_TEXT_FILL_FORE_SCHEMECOLOR_INDEX" val="1"/>
  <p:tag name="KSO_WM_UNIT_TEXT_FILL_TYPE" val="1"/>
  <p:tag name="KSO_WM_UNIT_USESOURCEFORMAT_APPLY" val="0"/>
</p:tagLst>
</file>

<file path=ppt/tags/tag2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1459_4*m_h_a*1_3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5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31459_4*m_h_i*1_5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25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31459_4*m_h_i*1_5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25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4"/>
  <p:tag name="KSO_WM_UNIT_ID" val="diagram20231459_4*m_h_i*1_5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5"/>
  <p:tag name="KSO_WM_UNIT_USESOURCEFORMAT_APPLY" val="0"/>
</p:tagLst>
</file>

<file path=ppt/tags/tag2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31459_4*m_h_i*1_5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1459_4*m_h_f*1_5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
  <p:tag name="KSO_WM_UNIT_TEXT_FILL_FORE_SCHEMECOLOR_INDEX" val="1"/>
  <p:tag name="KSO_WM_UNIT_TEXT_FILL_TYPE" val="1"/>
  <p:tag name="KSO_WM_UNIT_USESOURCEFORMAT_APPLY" val="0"/>
</p:tagLst>
</file>

<file path=ppt/tags/tag2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5_1"/>
  <p:tag name="KSO_WM_UNIT_ID" val="diagram20231459_4*m_h_a*1_5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31459_4*m_h_i*1_4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2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31459_4*m_h_i*1_4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2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1459_4*m_h_i*1_4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0"/>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1459_4*m_h_f*1_4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您的项正文，文字是您思想的提炼，请尽量言简意赅的阐述"/>
  <p:tag name="KSO_WM_UNIT_TEXT_FILL_FORE_SCHEMECOLOR_INDEX" val="1"/>
  <p:tag name="KSO_WM_UNIT_TEXT_FILL_TYPE" val="1"/>
  <p:tag name="KSO_WM_UNIT_USESOURCEFORMAT_APPLY" val="0"/>
</p:tagLst>
</file>

<file path=ppt/tags/tag2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4_1"/>
  <p:tag name="KSO_WM_UNIT_ID" val="diagram20231459_4*m_h_a*1_4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264.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680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DIAGRAM_GROUP_CODE" val="m1-1"/>
  <p:tag name="KSO_WM_SLIDE_DIAGTYPE" val="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a*1"/>
  <p:tag name="KSO_WM_TEMPLATE_CATEGORY" val="diagram"/>
  <p:tag name="KSO_WM_TEMPLATE_INDEX" val="20233143"/>
  <p:tag name="KSO_WM_UNIT_LAYERLEVEL" val="1"/>
  <p:tag name="KSO_WM_TAG_VERSION" val="3.0"/>
  <p:tag name="KSO_WM_BEAUTIFY_FLAG" val="#wm#"/>
  <p:tag name="KSO_WM_UNIT_ISCONTENTSTITLE" val="0"/>
  <p:tag name="KSO_WM_UNIT_ISNUMDGMTITLE" val="0"/>
  <p:tag name="KSO_WM_UNIT_NOCLEAR" val="0"/>
  <p:tag name="KSO_WM_UNIT_VALUE" val="29"/>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4*l_h_i*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2_1"/>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4*l_h_i*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4_1"/>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4*l_h_i*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1_1"/>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4*l_h_i*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3_1"/>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4*l_h_i*1_5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5_1"/>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271.xml><?xml version="1.0" encoding="utf-8"?>
<p:tagLst xmlns:p="http://schemas.openxmlformats.org/presentationml/2006/main">
  <p:tag name="KSO_WM_UNIT_VALUE" val="358*396"/>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3_4*l_h_d*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1158906775&quot;}*gallery_gallery_ai_v2.1.1_ONLINE*48320feca78db65a95ed9f4d4ab591f1-slide-0"/>
  <p:tag name="KSO_WM_UNIT_LINE_FILL_TYPE" val="2"/>
  <p:tag name="KSO_WM_UNIT_USESOURCEFORMAT_APPLY" val="1"/>
</p:tagLst>
</file>

<file path=ppt/tags/tag272.xml><?xml version="1.0" encoding="utf-8"?>
<p:tagLst xmlns:p="http://schemas.openxmlformats.org/presentationml/2006/main">
  <p:tag name="KSO_WM_UNIT_VALUE" val="358*396"/>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3_4*l_h_d*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211344951262&quot;}*gallery_gallery_ai_v2.1.1_ONLINE*48320feca78db65a95ed9f4d4ab591f1-slide-0"/>
  <p:tag name="KSO_WM_UNIT_LINE_FILL_TYPE" val="2"/>
  <p:tag name="KSO_WM_UNIT_USESOURCEFORMAT_APPLY" val="1"/>
</p:tagLst>
</file>

<file path=ppt/tags/tag273.xml><?xml version="1.0" encoding="utf-8"?>
<p:tagLst xmlns:p="http://schemas.openxmlformats.org/presentationml/2006/main">
  <p:tag name="KSO_WM_UNIT_VALUE" val="358*396"/>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3143_4*l_h_d*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211325450410&quot;}*gallery_gallery_ai_v2.1.1_ONLINE*48320feca78db65a95ed9f4d4ab591f1-slide-0"/>
  <p:tag name="KSO_WM_UNIT_LINE_FILL_TYPE" val="2"/>
  <p:tag name="KSO_WM_UNIT_USESOURCEFORMAT_APPLY" val="1"/>
</p:tagLst>
</file>

<file path=ppt/tags/tag274.xml><?xml version="1.0" encoding="utf-8"?>
<p:tagLst xmlns:p="http://schemas.openxmlformats.org/presentationml/2006/main">
  <p:tag name="KSO_WM_UNIT_VALUE" val="358*396"/>
  <p:tag name="KSO_WM_UNIT_HIGHLIGHT" val="0"/>
  <p:tag name="KSO_WM_UNIT_COMPATIBLE" val="0"/>
  <p:tag name="KSO_WM_UNIT_DIAGRAM_ISNUMVISUAL" val="0"/>
  <p:tag name="KSO_WM_UNIT_DIAGRAM_ISREFERUNIT" val="0"/>
  <p:tag name="KSO_WM_DIAGRAM_GROUP_CODE" val="l1-1"/>
  <p:tag name="KSO_WM_UNIT_TYPE" val="l_h_d"/>
  <p:tag name="KSO_WM_UNIT_INDEX" val="1_4_1"/>
  <p:tag name="KSO_WM_UNIT_ID" val="diagram20233143_4*l_h_d*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1600739228&quot;}*gallery_gallery_ai_v2.1.1_ONLINE*48320feca78db65a95ed9f4d4ab591f1-slide-0"/>
  <p:tag name="KSO_WM_UNIT_LINE_FILL_TYPE" val="2"/>
  <p:tag name="KSO_WM_UNIT_USESOURCEFORMAT_APPLY" val="1"/>
</p:tagLst>
</file>

<file path=ppt/tags/tag275.xml><?xml version="1.0" encoding="utf-8"?>
<p:tagLst xmlns:p="http://schemas.openxmlformats.org/presentationml/2006/main">
  <p:tag name="KSO_WM_UNIT_VALUE" val="358*396"/>
  <p:tag name="KSO_WM_UNIT_HIGHLIGHT" val="0"/>
  <p:tag name="KSO_WM_UNIT_COMPATIBLE" val="0"/>
  <p:tag name="KSO_WM_UNIT_DIAGRAM_ISNUMVISUAL" val="0"/>
  <p:tag name="KSO_WM_UNIT_DIAGRAM_ISREFERUNIT" val="0"/>
  <p:tag name="KSO_WM_UNIT_TYPE" val="l_h_d"/>
  <p:tag name="KSO_WM_UNIT_INDEX" val="1_5_1"/>
  <p:tag name="KSO_WM_UNIT_ID" val="diagram20233143_4*l_h_d*1_5_1"/>
  <p:tag name="KSO_WM_TEMPLATE_CATEGORY" val="diagram"/>
  <p:tag name="KSO_WM_TEMPLATE_INDEX" val="20233143"/>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1423403256&quot;}*gallery_gallery_ai_v2.1.1_ONLINE*48320feca78db65a95ed9f4d4ab591f1-slide-0"/>
  <p:tag name="KSO_WM_UNIT_LINE_FILL_TYPE" val="2"/>
  <p:tag name="KSO_WM_UNIT_USESOURCEFORMAT_APPL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43_4*l_h_a*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1"/>
</p:tagLst>
</file>

<file path=ppt/tags/tag27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43_4*l_h_f*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具体内容，简明扼要地阐述观点。根据需要可酌情增减文字"/>
  <p:tag name="KSO_WM_UNIT_TEXT_FILL_FORE_SCHEMECOLOR_INDEX" val="1"/>
  <p:tag name="KSO_WM_UNIT_TEXT_FILL_TYPE" val="1"/>
  <p:tag name="KSO_WM_UNIT_USESOURCEFORMAT_APPLY"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43_4*l_h_a*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1"/>
</p:tagLst>
</file>

<file path=ppt/tags/tag2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143_4*l_h_f*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简明扼要地阐述观点。根据需要可酌情增减文字"/>
  <p:tag name="KSO_WM_UNIT_TEXT_FILL_FORE_SCHEMECOLOR_INDEX" val="1"/>
  <p:tag name="KSO_WM_UNIT_TEXT_FILL_TYPE" val="1"/>
  <p:tag name="KSO_WM_UNIT_USESOURCEFORMAT_APPLY"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43_4*l_h_a*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1"/>
</p:tagLst>
</file>

<file path=ppt/tags/tag281.xml><?xml version="1.0" encoding="utf-8"?>
<p:tagLst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43_4*l_h_f*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UNIT_TEXT_LAYER_COUNT" val="1"/>
  <p:tag name="KSO_WM_BEAUTIFY_FLAG" val="#wm#"/>
  <p:tag name="KSO_WM_UNIT_PRESET_TEXT" val="单击此处添加文本，简明扼要地阐述观点。根据需要可酌情增减文字"/>
  <p:tag name="KSO_WM_UNIT_TEXT_FILL_FORE_SCHEMECOLOR_INDEX" val="1"/>
  <p:tag name="KSO_WM_UNIT_TEXT_FILL_TYPE" val="1"/>
  <p:tag name="KSO_WM_UNIT_USESOURCEFORMAT_APPLY"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43_4*l_h_a*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1"/>
</p:tagLst>
</file>

<file path=ppt/tags/tag28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43_4*l_h_f*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具体内容，简明扼要地阐述观点。根据需要可酌情增减文字"/>
  <p:tag name="KSO_WM_UNIT_TEXT_FILL_FORE_SCHEMECOLOR_INDEX" val="1"/>
  <p:tag name="KSO_WM_UNIT_TEXT_FILL_TYPE" val="1"/>
  <p:tag name="KSO_WM_UNIT_USESOURCEFORMAT_APPLY" val="1"/>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3143_4*l_h_a*1_5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1"/>
</p:tagLst>
</file>

<file path=ppt/tags/tag28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3143_4*l_h_f*1_5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1.4221807612761,&quot;left&quot;:101.09992125984252,&quot;top&quot;:125.92457891070046,&quot;width&quot;:758.77511811023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简明扼要地阐述观点。根据需要可酌情增减文字"/>
  <p:tag name="KSO_WM_UNIT_TEXT_FILL_FORE_SCHEMECOLOR_INDEX" val="1"/>
  <p:tag name="KSO_WM_UNIT_TEXT_FILL_TYPE" val="1"/>
  <p:tag name="KSO_WM_UNIT_USESOURCEFORMAT_APPLY" val="1"/>
</p:tagLst>
</file>

<file path=ppt/tags/tag286.xml><?xml version="1.0" encoding="utf-8"?>
<p:tagLst xmlns:p="http://schemas.openxmlformats.org/presentationml/2006/main">
  <p:tag name="KSO_WM_BEAUTIFY_FLAG" val="#wm#"/>
  <p:tag name="KSO_WM_TEMPLATE_CATEGORY" val="diagram"/>
  <p:tag name="KSO_WM_TEMPLATE_INDEX" val="20233143"/>
  <p:tag name="KSO_WM_SLIDE_ID" val="diagram20233143_3"/>
  <p:tag name="KSO_WM_TEMPLATE_SUBCATEGORY" val="0"/>
  <p:tag name="KSO_WM_TEMPLATE_MASTER_TYPE" val="0"/>
  <p:tag name="KSO_WM_TEMPLATE_COLOR_TYPE" val="0"/>
  <p:tag name="KSO_WM_SLIDE_ITEM_CNT" val="4"/>
  <p:tag name="KSO_WM_SLIDE_INDEX" val="3"/>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758.775*370.283"/>
  <p:tag name="KSO_WM_SLIDE_POSITION" val="101.1*127.023"/>
  <p:tag name="KSO_WM_SLIDE_SOURCE" val="WPPAIGenerateSlide"/>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m1-1"/>
  <p:tag name="KSO_WM_UNIT_TYPE" val="a"/>
  <p:tag name="KSO_WM_UNIT_INDEX" val="1"/>
  <p:tag name="KSO_WM_TEMPLATE_INDEX" val="20233265"/>
  <p:tag name="KSO_WM_UNIT_ID" val="diagram20233265_4*a*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f*1_1_1"/>
  <p:tag name="KSO_WM_UNIT_INDEX" val="1_1_1"/>
  <p:tag name="KSO_WM_DIAGRAM_GROUP_CODE" val="m1-1"/>
  <p:tag name="KSO_WM_UNIT_TEXT_TYPE" val="1"/>
  <p:tag name="KSO_WM_UNIT_TEXT_LAYER_COUNT" val="1"/>
  <p:tag name="KSO_WM_BEAUTIFY_FLAG" val="#wm#"/>
  <p:tag name="KSO_WM_UNIT_PRESET_TEXT" val="单击此处输入您的智能图形项正文，文字是您思想的提炼，请尽量言简意赅的阐述观点。单击此处添加正文，文字是您思想的提炼，请言简意赅的阐述您的观点"/>
  <p:tag name="KSO_WM_UNIT_LINE_FORE_SCHEMECOLOR_INDEX" val="-2"/>
  <p:tag name="KSO_WM_UNIT_TEXT_FILL_FORE_SCHEMECOLOR_INDEX" val="1"/>
  <p:tag name="KSO_WM_UNIT_TEXT_FILL_TYPE" val="1"/>
  <p:tag name="KSO_WM_UNIT_USESOURCEFORMAT_APPLY" val="1"/>
</p:tagLst>
</file>

<file path=ppt/tags/tag2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a*1_1_1"/>
  <p:tag name="KSO_WM_UNIT_INDEX" val="1_1_1"/>
  <p:tag name="KSO_WM_DIAGRAM_GROUP_CODE" val="m1-1"/>
  <p:tag name="KSO_WM_UNIT_TEXT_TYPE" val="1"/>
  <p:tag name="KSO_WM_BEAUTIFY_FLAG" val="#wm#"/>
  <p:tag name="KSO_WM_UNIT_PRESET_TEXT" val="单击添加项标题"/>
  <p:tag name="KSO_WM_UNIT_LINE_FORE_SCHEMECOLOR_INDEX" val="-2"/>
  <p:tag name="KSO_WM_UNIT_TEXT_FILL_FORE_SCHEMECOLOR_INDEX" val="1"/>
  <p:tag name="KSO_WM_UNIT_TEXT_FILL_TYPE" val="1"/>
  <p:tag name="KSO_WM_UNIT_USESOURCEFORMAT_APPLY" val="1"/>
</p:tagLst>
</file>

<file path=ppt/tags/tag2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f*1_3_1"/>
  <p:tag name="KSO_WM_UNIT_INDEX" val="1_3_1"/>
  <p:tag name="KSO_WM_DIAGRAM_GROUP_CODE" val="m1-1"/>
  <p:tag name="KSO_WM_UNIT_TEXT_TYPE" val="1"/>
  <p:tag name="KSO_WM_UNIT_TEXT_LAYER_COUNT" val="1"/>
  <p:tag name="KSO_WM_BEAUTIFY_FLAG" val="#wm#"/>
  <p:tag name="KSO_WM_UNIT_PRESET_TEXT" val="单击此处输入您的智能图形项正文具体内容，文字是您思想的提炼，请尽量言简意赅的阐述观点。单击此处添加正文，文字是您思想的提炼，请言简意赅的阐述您的观点"/>
  <p:tag name="KSO_WM_UNIT_LINE_FORE_SCHEMECOLOR_INDEX" val="-2"/>
  <p:tag name="KSO_WM_UNIT_TEXT_FILL_FORE_SCHEMECOLOR_INDEX" val="1"/>
  <p:tag name="KSO_WM_UNIT_TEXT_FILL_TYPE" val="1"/>
  <p:tag name="KSO_WM_UNIT_USESOURCEFORMAT_APPLY" val="1"/>
</p:tagLst>
</file>

<file path=ppt/tags/tag2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a*1_3_1"/>
  <p:tag name="KSO_WM_UNIT_INDEX" val="1_3_1"/>
  <p:tag name="KSO_WM_DIAGRAM_GROUP_CODE" val="m1-1"/>
  <p:tag name="KSO_WM_UNIT_TEXT_TYPE" val="1"/>
  <p:tag name="KSO_WM_BEAUTIFY_FLAG" val="#wm#"/>
  <p:tag name="KSO_WM_UNIT_PRESET_TEXT" val="单击添加项标题"/>
  <p:tag name="KSO_WM_UNIT_LINE_FORE_SCHEMECOLOR_INDEX" val="-2"/>
  <p:tag name="KSO_WM_UNIT_TEXT_FILL_FORE_SCHEMECOLOR_INDEX" val="1"/>
  <p:tag name="KSO_WM_UNIT_TEXT_FILL_TYPE" val="1"/>
  <p:tag name="KSO_WM_UNIT_USESOURCEFORMAT_APPLY" val="1"/>
</p:tagLst>
</file>

<file path=ppt/tags/tag2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f*1_2_1"/>
  <p:tag name="KSO_WM_UNIT_INDEX" val="1_2_1"/>
  <p:tag name="KSO_WM_DIAGRAM_GROUP_CODE" val="m1-1"/>
  <p:tag name="KSO_WM_UNIT_TEXT_TYPE" val="1"/>
  <p:tag name="KSO_WM_UNIT_TEXT_LAYER_COUNT" val="1"/>
  <p:tag name="KSO_WM_BEAUTIFY_FLAG" val="#wm#"/>
  <p:tag name="KSO_WM_UNIT_PRESET_TEXT" val="单击此处输入您的智能图形项正文具体内容，文字是您思想的提炼，请尽量言简意赅的阐述观点。单击此处添加正文，文字是您思想的提炼，请言简意赅的阐述您的观点"/>
  <p:tag name="KSO_WM_UNIT_LINE_FORE_SCHEMECOLOR_INDEX" val="-2"/>
  <p:tag name="KSO_WM_UNIT_TEXT_FILL_FORE_SCHEMECOLOR_INDEX" val="1"/>
  <p:tag name="KSO_WM_UNIT_TEXT_FILL_TYPE" val="1"/>
  <p:tag name="KSO_WM_UNIT_USESOURCEFORMAT_APPLY" val="1"/>
</p:tagLst>
</file>

<file path=ppt/tags/tag2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a*1_2_1"/>
  <p:tag name="KSO_WM_UNIT_INDEX" val="1_2_1"/>
  <p:tag name="KSO_WM_DIAGRAM_GROUP_CODE" val="m1-1"/>
  <p:tag name="KSO_WM_UNIT_TEXT_TYPE" val="1"/>
  <p:tag name="KSO_WM_BEAUTIFY_FLAG" val="#wm#"/>
  <p:tag name="KSO_WM_UNIT_PRESET_TEXT" val="单击添加项标题"/>
  <p:tag name="KSO_WM_UNIT_LINE_FORE_SCHEMECOLOR_INDEX" val="-2"/>
  <p:tag name="KSO_WM_UNIT_TEXT_FILL_FORE_SCHEMECOLOR_INDEX" val="1"/>
  <p:tag name="KSO_WM_UNIT_TEXT_FILL_TYPE" val="1"/>
  <p:tag name="KSO_WM_UNIT_USESOURCEFORMAT_APPLY" val="1"/>
</p:tagLst>
</file>

<file path=ppt/tags/tag2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f*1_4_1"/>
  <p:tag name="KSO_WM_UNIT_INDEX" val="1_4_1"/>
  <p:tag name="KSO_WM_DIAGRAM_GROUP_CODE" val="m1-1"/>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请言简意赅的阐述观点"/>
  <p:tag name="KSO_WM_UNIT_LINE_FORE_SCHEMECOLOR_INDEX" val="-2"/>
  <p:tag name="KSO_WM_UNIT_TEXT_FILL_FORE_SCHEMECOLOR_INDEX" val="1"/>
  <p:tag name="KSO_WM_UNIT_TEXT_FILL_TYPE" val="1"/>
  <p:tag name="KSO_WM_UNIT_USESOURCEFORMAT_APPLY" val="1"/>
</p:tagLst>
</file>

<file path=ppt/tags/tag2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a*1_4_1"/>
  <p:tag name="KSO_WM_UNIT_INDEX" val="1_4_1"/>
  <p:tag name="KSO_WM_DIAGRAM_GROUP_CODE" val="m1-1"/>
  <p:tag name="KSO_WM_UNIT_TEXT_TYPE" val="1"/>
  <p:tag name="KSO_WM_BEAUTIFY_FLAG" val="#wm#"/>
  <p:tag name="KSO_WM_UNIT_PRESET_TEXT" val="单击添加项标题"/>
  <p:tag name="KSO_WM_UNIT_LINE_FORE_SCHEMECOLOR_INDEX" val="-2"/>
  <p:tag name="KSO_WM_UNIT_TEXT_FILL_FORE_SCHEMECOLOR_INDEX" val="1"/>
  <p:tag name="KSO_WM_UNIT_TEXT_FILL_TYPE" val="1"/>
  <p:tag name="KSO_WM_UNIT_USESOURCEFORMAT_APPLY"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1_2"/>
  <p:tag name="KSO_WM_UNIT_INDEX" val="1_1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2_2"/>
  <p:tag name="KSO_WM_UNIT_INDEX" val="1_2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3_2"/>
  <p:tag name="KSO_WM_UNIT_INDEX" val="1_3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4_2"/>
  <p:tag name="KSO_WM_UNIT_INDEX" val="1_4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1_1"/>
  <p:tag name="KSO_WM_UNIT_INDEX" val="1_1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2_1"/>
  <p:tag name="KSO_WM_UNIT_INDEX" val="1_2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3_1"/>
  <p:tag name="KSO_WM_UNIT_INDEX" val="1_3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4_1"/>
  <p:tag name="KSO_WM_UNIT_INDEX" val="1_4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5_2"/>
  <p:tag name="KSO_WM_UNIT_INDEX" val="1_5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i*1_5_1"/>
  <p:tag name="KSO_WM_UNIT_INDEX" val="1_5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3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f*1_5_1"/>
  <p:tag name="KSO_WM_UNIT_INDEX" val="1_5_1"/>
  <p:tag name="KSO_WM_DIAGRAM_GROUP_CODE" val="m1-1"/>
  <p:tag name="KSO_WM_UNIT_TEXT_TYPE" val="1"/>
  <p:tag name="KSO_WM_UNIT_TEXT_LAYER_COUNT" val="1"/>
  <p:tag name="KSO_WM_BEAUTIFY_FLAG" val="#wm#"/>
  <p:tag name="KSO_WM_UNIT_PRESET_TEXT" val="单击此处输入智能图形项正文，文字是您思想的提炼，请言简意赅的阐述观点。单击此处添加正文，文字是您思想的提炼，请言简意赅的阐述您的观点"/>
  <p:tag name="KSO_WM_UNIT_LINE_FORE_SCHEMECOLOR_INDEX" val="-2"/>
  <p:tag name="KSO_WM_UNIT_TEXT_FILL_FORE_SCHEMECOLOR_INDEX" val="1"/>
  <p:tag name="KSO_WM_UNIT_TEXT_FILL_TYPE" val="1"/>
  <p:tag name="KSO_WM_UNIT_USESOURCEFORMAT_APPLY" val="1"/>
</p:tagLst>
</file>

<file path=ppt/tags/tag307.xml><?xml version="1.0" encoding="utf-8"?>
<p:tagLst xmlns:p="http://schemas.openxmlformats.org/presentationml/2006/main">
  <p:tag name="KSO_WM_DIAGRAM_VERSION" val="3"/>
  <p:tag name="KSO_WM_DIAGRAM_COLOR_TRICK" val="1"/>
  <p:tag name="KSO_WM_DIAGRAM_COLOR_TEXT_CAN_REMOVE" val="n"/>
  <p:tag name="KSO_WM_UNIT_VALUE" val="74*80"/>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3265_4*m_h_x*1_2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08.xml><?xml version="1.0" encoding="utf-8"?>
<p:tagLst xmlns:p="http://schemas.openxmlformats.org/presentationml/2006/main">
  <p:tag name="KSO_WM_DIAGRAM_VERSION" val="3"/>
  <p:tag name="KSO_WM_DIAGRAM_COLOR_TRICK" val="1"/>
  <p:tag name="KSO_WM_DIAGRAM_COLOR_TEXT_CAN_REMOVE" val="n"/>
  <p:tag name="KSO_WM_UNIT_VALUE" val="74*80"/>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3265_4*m_h_x*1_3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09.xml><?xml version="1.0" encoding="utf-8"?>
<p:tagLst xmlns:p="http://schemas.openxmlformats.org/presentationml/2006/main">
  <p:tag name="KSO_WM_DIAGRAM_VERSION" val="3"/>
  <p:tag name="KSO_WM_DIAGRAM_COLOR_TRICK" val="1"/>
  <p:tag name="KSO_WM_DIAGRAM_COLOR_TEXT_CAN_REMOVE" val="n"/>
  <p:tag name="KSO_WM_UNIT_VALUE" val="80*73"/>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3265_4*m_h_x*1_1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3265_4*m_h_a*1_5_1"/>
  <p:tag name="KSO_WM_UNIT_INDEX" val="1_5_1"/>
  <p:tag name="KSO_WM_DIAGRAM_GROUP_CODE" val="m1-1"/>
  <p:tag name="KSO_WM_UNIT_TEXT_TYPE" val="1"/>
  <p:tag name="KSO_WM_BEAUTIFY_FLAG" val="#wm#"/>
  <p:tag name="KSO_WM_UNIT_PRESET_TEXT" val="单击添加项标题"/>
  <p:tag name="KSO_WM_UNIT_LINE_FORE_SCHEMECOLOR_INDEX" val="-2"/>
  <p:tag name="KSO_WM_UNIT_TEXT_FILL_FORE_SCHEMECOLOR_INDEX" val="1"/>
  <p:tag name="KSO_WM_UNIT_TEXT_FILL_TYPE" val="1"/>
  <p:tag name="KSO_WM_UNIT_USESOURCEFORMAT_APPLY" val="1"/>
</p:tagLst>
</file>

<file path=ppt/tags/tag311.xml><?xml version="1.0" encoding="utf-8"?>
<p:tagLst xmlns:p="http://schemas.openxmlformats.org/presentationml/2006/main">
  <p:tag name="KSO_WM_DIAGRAM_VERSION" val="3"/>
  <p:tag name="KSO_WM_DIAGRAM_COLOR_TRICK" val="1"/>
  <p:tag name="KSO_WM_DIAGRAM_COLOR_TEXT_CAN_REMOVE" val="n"/>
  <p:tag name="KSO_WM_UNIT_VALUE" val="80*65"/>
  <p:tag name="KSO_WM_UNIT_HIGHLIGHT" val="0"/>
  <p:tag name="KSO_WM_UNIT_COMPATIBLE" val="0"/>
  <p:tag name="KSO_WM_UNIT_DIAGRAM_ISNUMVISUAL" val="0"/>
  <p:tag name="KSO_WM_UNIT_DIAGRAM_ISREFERUNIT" val="0"/>
  <p:tag name="KSO_WM_DIAGRAM_GROUP_CODE" val="m1-1"/>
  <p:tag name="KSO_WM_UNIT_TYPE" val="m_h_x"/>
  <p:tag name="KSO_WM_UNIT_INDEX" val="1_4_1"/>
  <p:tag name="KSO_WM_UNIT_ID" val="diagram20233265_4*m_h_x*1_4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12.xml><?xml version="1.0" encoding="utf-8"?>
<p:tagLst xmlns:p="http://schemas.openxmlformats.org/presentationml/2006/main">
  <p:tag name="KSO_WM_DIAGRAM_VERSION" val="3"/>
  <p:tag name="KSO_WM_DIAGRAM_COLOR_TRICK" val="1"/>
  <p:tag name="KSO_WM_DIAGRAM_COLOR_TEXT_CAN_REMOVE" val="n"/>
  <p:tag name="KSO_WM_UNIT_VALUE" val="80*66"/>
  <p:tag name="KSO_WM_UNIT_HIGHLIGHT" val="0"/>
  <p:tag name="KSO_WM_UNIT_COMPATIBLE" val="0"/>
  <p:tag name="KSO_WM_UNIT_DIAGRAM_ISNUMVISUAL" val="0"/>
  <p:tag name="KSO_WM_UNIT_DIAGRAM_ISREFERUNIT" val="0"/>
  <p:tag name="KSO_WM_DIAGRAM_GROUP_CODE" val="m1-1"/>
  <p:tag name="KSO_WM_UNIT_TYPE" val="m_h_x"/>
  <p:tag name="KSO_WM_UNIT_INDEX" val="1_5_1"/>
  <p:tag name="KSO_WM_UNIT_ID" val="diagram20233265_4*m_h_x*1_5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4000041002334,&quot;left&quot;:54.8,&quot;top&quot;:112.47499794988332,&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13.xml><?xml version="1.0" encoding="utf-8"?>
<p:tagLst xmlns:p="http://schemas.openxmlformats.org/presentationml/2006/main">
  <p:tag name="KSO_WM_TEMPLATE_MASTER_TYPE" val="0"/>
  <p:tag name="KSO_WM_TEMPLATE_COLOR_TYPE" val="0"/>
  <p:tag name="KSO_WM_BEAUTIFY_FLAG" val="#wm#"/>
  <p:tag name="KSO_WM_TEMPLATE_CATEGORY" val="diagram"/>
  <p:tag name="KSO_WM_SLIDE_TYPE" val="text"/>
  <p:tag name="KSO_WM_SLIDE_SUBTYPE" val="diag"/>
  <p:tag name="KSO_WM_SLIDE_SIZE" val="850.35*344.45"/>
  <p:tag name="KSO_WM_SLIDE_POSITION" val="54.8*117.95"/>
  <p:tag name="KSO_WM_SLIDE_LAYOUT" val="a_m"/>
  <p:tag name="KSO_WM_SLIDE_LAYOUT_CNT" val="1_1"/>
  <p:tag name="KSO_WM_SPECIAL_SOURCE" val="bdnull"/>
  <p:tag name="KSO_WM_DIAGRAM_GROUP_CODE" val="m1-1"/>
  <p:tag name="KSO_WM_SLIDE_DIAGTYPE" val="m"/>
  <p:tag name="KSO_WM_TEMPLATE_INDEX" val="20233265"/>
  <p:tag name="KSO_WM_TEMPLATE_SUBCATEGORY" val="0"/>
  <p:tag name="KSO_WM_SLIDE_INDEX" val="4"/>
  <p:tag name="KSO_WM_TAG_VERSION" val="3.0"/>
  <p:tag name="KSO_WM_SLIDE_ID" val="diagram20233265_4"/>
  <p:tag name="KSO_WM_SLIDE_ITEM_CNT" val="5"/>
  <p:tag name="KSO_WM_SLIDE_SOURCE" val="WPPAIGenerateSlide"/>
</p:tagLst>
</file>

<file path=ppt/tags/tag314.xml><?xml version="1.0" encoding="utf-8"?>
<p:tagLst xmlns:p="http://schemas.openxmlformats.org/presentationml/2006/main">
  <p:tag name="KSO_WM_UNIT_TYPE" val="a"/>
  <p:tag name="KSO_WM_UNIT_INDEX" val="1"/>
  <p:tag name="KSO_WM_BEAUTIFY_FLAG" val="#wm#"/>
  <p:tag name="KSO_WM_TAG_VERSION" val="3.0"/>
  <p:tag name="KSO_WM_UNIT_ID" val="custom2023680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单击添加章节标题"/>
</p:tagLst>
</file>

<file path=ppt/tags/tag315.xml><?xml version="1.0" encoding="utf-8"?>
<p:tagLst xmlns:p="http://schemas.openxmlformats.org/presentationml/2006/main">
  <p:tag name="KSO_WM_UNIT_TYPE" val="b"/>
  <p:tag name="KSO_WM_UNIT_INDEX" val="1"/>
  <p:tag name="KSO_WM_BEAUTIFY_FLAG" val="#wm#"/>
  <p:tag name="KSO_WM_TAG_VERSION" val="3.0"/>
  <p:tag name="KSO_WM_UNIT_ID" val="custom20236801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添加副标题单击编辑添加副标题内容"/>
</p:tagLst>
</file>

<file path=ppt/tags/tag316.xml><?xml version="1.0" encoding="utf-8"?>
<p:tagLst xmlns:p="http://schemas.openxmlformats.org/presentationml/2006/main">
  <p:tag name="KSO_WM_UNIT_TYPE" val="e"/>
  <p:tag name="KSO_WM_UNIT_INDEX" val="1"/>
  <p:tag name="KSO_WM_BEAUTIFY_FLAG" val="#wm#"/>
  <p:tag name="KSO_WM_TAG_VERSION" val="3.0"/>
  <p:tag name="KSO_WM_UNIT_ID" val="custom20236801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PRESET_TEXT_INDEX" val="-1"/>
  <p:tag name="KSO_WM_UNIT_PRESET_TEXT_LEN" val="0"/>
</p:tagLst>
</file>

<file path=ppt/tags/tag3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801"/>
  <p:tag name="KSO_WM_TEMPLATE_CATEGORY" val="custom"/>
  <p:tag name="KSO_WM_SLIDE_INDEX" val="7"/>
  <p:tag name="KSO_WM_SLIDE_ID" val="custom20236801_7"/>
  <p:tag name="KSO_WM_TEMPLATE_MASTER_TYPE" val="0"/>
  <p:tag name="KSO_WM_SLIDE_LAYOUT" val="a_b_e"/>
  <p:tag name="KSO_WM_SLIDE_LAYOUT_CNT" val="1_1_1"/>
  <p:tag name="KSO_WM_SLIDE_THEME_ID" val="3402803"/>
  <p:tag name="KSO_WM_SLIDE_THEME_NAME" val="简约风教育教学毕业答辩"/>
</p:tagLst>
</file>

<file path=ppt/tags/tag318.xml><?xml version="1.0" encoding="utf-8"?>
<p:tagLst xmlns:p="http://schemas.openxmlformats.org/presentationml/2006/main">
  <p:tag name="KSO_WM_UNIT_INDEX" val="1"/>
  <p:tag name="KSO_WM_UNIT_TYPE" val="a"/>
  <p:tag name="KSO_WM_BEAUTIFY_FLAG" val="#wm#"/>
</p:tagLst>
</file>

<file path=ppt/tags/tag319.xml><?xml version="1.0" encoding="utf-8"?>
<p:tagLst xmlns:p="http://schemas.openxmlformats.org/presentationml/2006/main">
  <p:tag name="KSO_WM_UNIT_INDEX" val="2"/>
  <p:tag name="KSO_WM_UNIT_TYPE" val="j"/>
  <p:tag name="KSO_WM_BEAUTIFY_FLAG" val="#wm#"/>
</p:tagLst>
</file>

<file path=ppt/tags/tag320.xml><?xml version="1.0" encoding="utf-8"?>
<p:tagLst xmlns:p="http://schemas.openxmlformats.org/presentationml/2006/main">
  <p:tag name="KSO_WM_UNIT_INDEX" val="7"/>
  <p:tag name="KSO_WM_UNIT_TYPE" val="f"/>
  <p:tag name="KSO_WM_UNIT_SUBTYPE" val="a"/>
  <p:tag name="KSO_WM_BEAUTIFY_FLAG" val="#wm#"/>
</p:tagLst>
</file>

<file path=ppt/tags/tag321.xml><?xml version="1.0" encoding="utf-8"?>
<p:tagLst xmlns:p="http://schemas.openxmlformats.org/presentationml/2006/main">
  <p:tag name="KSO_WM_TEMPLATE_CATEGORY" val="custom"/>
  <p:tag name="KSO_WM_TEMPLATE_INDEX" val="20236801"/>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SLIDE_INDEX" val="8"/>
  <p:tag name="KSO_WM_SLIDE_ID" val="custom20236801_8"/>
  <p:tag name="KSO_WM_TEMPLATE_MASTER_TYPE" val="0"/>
  <p:tag name="KSO_WM_SLIDE_LAYOUT" val="a_f"/>
  <p:tag name="KSO_WM_SLIDE_LAYOUT_CNT" val="1_1"/>
  <p:tag name="KSO_WM_SLIDE_SIZE" val="850*457"/>
  <p:tag name="KSO_WM_SLIDE_POSITION" val="54*28"/>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2423_1*i*1"/>
  <p:tag name="KSO_WM_TEMPLATE_CATEGORY" val="custom"/>
  <p:tag name="KSO_WM_TEMPLATE_INDEX" val="20232423"/>
  <p:tag name="KSO_WM_UNIT_LAYERLEVEL" val="1"/>
  <p:tag name="KSO_WM_TAG_VERSION" val="3.0"/>
  <p:tag name="KSO_WM_BEAUTIFY_FLAG" val="#wm#"/>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d"/>
  <p:tag name="KSO_WM_UNIT_INDEX" val="1"/>
  <p:tag name="KSO_WM_UNIT_ID" val="custom20232423_1*d*1"/>
  <p:tag name="KSO_WM_TEMPLATE_CATEGORY" val="custom"/>
  <p:tag name="KSO_WM_TEMPLATE_INDEX" val="20232423"/>
  <p:tag name="KSO_WM_UNIT_LAYERLEVEL" val="1"/>
  <p:tag name="KSO_WM_TAG_VERSION" val="3.0"/>
  <p:tag name="KSO_WM_BEAUTIFY_FLAG" val="#wm#"/>
  <p:tag name="KSO_WM_UNIT_VALUE" val="1904*1834"/>
  <p:tag name="KSO_WM_UNIT_PICTURE_SUBTYPE" val="b"/>
</p:tagLst>
</file>

<file path=ppt/tags/tag32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60"/>
  <p:tag name="KSO_WM_UNIT_HIGHLIGHT" val="0"/>
  <p:tag name="KSO_WM_UNIT_COMPATIBLE" val="0"/>
  <p:tag name="KSO_WM_UNIT_DIAGRAM_ISNUMVISUAL" val="0"/>
  <p:tag name="KSO_WM_UNIT_DIAGRAM_ISREFERUNIT" val="0"/>
  <p:tag name="KSO_WM_UNIT_TYPE" val="c_f"/>
  <p:tag name="KSO_WM_UNIT_INDEX" val="1_1"/>
  <p:tag name="KSO_WM_UNIT_ID" val="custom20232423_1*c_f*1_1"/>
  <p:tag name="KSO_WM_TEMPLATE_CATEGORY" val="custom"/>
  <p:tag name="KSO_WM_TEMPLATE_INDEX" val="20232423"/>
  <p:tag name="KSO_WM_UNIT_LAYERLEVEL" val="1_1"/>
  <p:tag name="KSO_WM_TAG_VERSION" val="3.0"/>
  <p:tag name="KSO_WM_DIAGRAM_MAX_ITEMCNT" val="4"/>
  <p:tag name="KSO_WM_DIAGRAM_MIN_ITEMCNT" val="1"/>
  <p:tag name="KSO_WM_DIAGRAM_VIRTUALLY_FRAME" val="{&quot;height&quot;:368.54229736328125,&quot;left&quot;:16.633466647891556,&quot;top&quot;:129.0571977750523,&quot;width&quot;:413.85818481445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
  <p:tag name="KSO_WM_UNIT_TEXT_FILL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Lst>
</file>

<file path=ppt/tags/tag32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UNIT_TYPE" val="c_a"/>
  <p:tag name="KSO_WM_UNIT_INDEX" val="1_1"/>
  <p:tag name="KSO_WM_UNIT_ID" val="custom20232423_1*c_a*1_1"/>
  <p:tag name="KSO_WM_TEMPLATE_CATEGORY" val="custom"/>
  <p:tag name="KSO_WM_TEMPLATE_INDEX" val="20232423"/>
  <p:tag name="KSO_WM_UNIT_LAYERLEVEL" val="1_1"/>
  <p:tag name="KSO_WM_TAG_VERSION" val="3.0"/>
  <p:tag name="KSO_WM_DIAGRAM_MAX_ITEMCNT" val="4"/>
  <p:tag name="KSO_WM_DIAGRAM_MIN_ITEMCNT" val="1"/>
  <p:tag name="KSO_WM_DIAGRAM_VIRTUALLY_FRAME" val="{&quot;height&quot;:368.54229736328125,&quot;left&quot;:16.633466647891556,&quot;top&quot;:129.0571977750523,&quot;width&quot;:413.85818481445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
  <p:tag name="KSO_WM_UNIT_TEXT_FILL_TYPE" val="1"/>
  <p:tag name="KSO_WM_BEAUTIFY_FLAG" val="#wm#"/>
  <p:tag name="KSO_WM_UNIT_PRESET_TEXT" val="单击此处添加标题"/>
</p:tagLst>
</file>

<file path=ppt/tags/tag326.xml><?xml version="1.0" encoding="utf-8"?>
<p:tagLst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2423"/>
  <p:tag name="KSO_WM_UNIT_ID" val="custom20232423_1*a*1"/>
  <p:tag name="KSO_WM_UNIT_TEXT_TYPE" val="1"/>
  <p:tag name="KSO_WM_UNIT_PRESET_TEXT" val="单击此处添加标题"/>
</p:tagLst>
</file>

<file path=ppt/tags/tag32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TEMPLATE_INDEX" val="20236801"/>
  <p:tag name="KSO_WM_TEMPLATE_SUBCATEGORY" val="29"/>
  <p:tag name="KSO_WM_SLIDE_INDEX" val="8"/>
  <p:tag name="KSO_WM_TAG_VERSION" val="3.0"/>
  <p:tag name="KSO_WM_SLIDE_ID" val="custom20236801_8"/>
  <p:tag name="KSO_WM_SLIDE_ITEM_CNT" val="0"/>
</p:tagLst>
</file>

<file path=ppt/tags/tag328.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73_1*a*1"/>
  <p:tag name="KSO_WM_TEMPLATE_CATEGORY" val="diagram"/>
  <p:tag name="KSO_WM_TEMPLATE_INDEX" val="20231973"/>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32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2*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33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2*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3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2*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 name="KSO_WM_UNIT_USESOURCEFORMAT_APPLY" val="0"/>
</p:tagLst>
</file>

<file path=ppt/tags/tag33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2*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3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2*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33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2*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33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2*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 name="KSO_WM_UNIT_USESOURCEFORMAT_APPLY" val="0"/>
</p:tagLst>
</file>

<file path=ppt/tags/tag33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2*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3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973_2*l_h_i*1_3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33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73_2*l_h_f*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33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73_2*l_h_i*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3"/>
  <p:tag name="KSO_WM_UNIT_FILL_TYPE" val="1"/>
  <p:tag name="KSO_WM_UNIT_FILL_FORE_SCHEMECOLOR_INDEX" val="5"/>
  <p:tag name="KSO_WM_UNIT_FILL_FORE_SCHEMECOLOR_INDEX_BRIGHTNESS" val="0"/>
  <p:tag name="KSO_WM_UNIT_USESOURCEFORMAT_APPLY" val="0"/>
</p:tagLst>
</file>

<file path=ppt/tags/tag34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2*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4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2*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4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73_2*l_h_i*1_3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4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73_2*l_h_a*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344.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TYPE" val="text"/>
  <p:tag name="KSO_WM_SLIDE_SUBTYPE" val="pureTxt"/>
  <p:tag name="KSO_WM_SLIDE_ITEM_CNT" val="0"/>
  <p:tag name="KSO_WM_SLIDE_INDEX" val="8"/>
  <p:tag name="KSO_WM_SLIDE_SIZE" val="850*457"/>
  <p:tag name="KSO_WM_SLIDE_POSITION" val="54*28"/>
  <p:tag name="KSO_WM_DIAGRAM_GROUP_CODE" val="l1-1"/>
  <p:tag name="KSO_WM_SLIDE_DIAGTYPE" val="l"/>
  <p:tag name="KSO_WM_TAG_VERSION" val="3.0"/>
  <p:tag name="KSO_WM_BEAUTIFY_FLAG" val="#wm#"/>
  <p:tag name="KSO_WM_TEMPLATE_CATEGORY" val="custom"/>
  <p:tag name="KSO_WM_TEMPLATE_INDEX" val="20236801"/>
  <p:tag name="KSO_WM_SLIDE_LAYOUT" val="a_f"/>
  <p:tag name="KSO_WM_SLIDE_LAYOUT_CNT" val="1_1"/>
  <p:tag name="KSO_WM_SPECIAL_SOURCE" val="bdnull"/>
</p:tagLst>
</file>

<file path=ppt/tags/tag345.xml><?xml version="1.0" encoding="utf-8"?>
<p:tagLst xmlns:p="http://schemas.openxmlformats.org/presentationml/2006/main">
  <p:tag name="KSO_WM_UNIT_VALUE" val="1903*1742"/>
  <p:tag name="KSO_WM_UNIT_HIGHLIGHT" val="0"/>
  <p:tag name="KSO_WM_UNIT_COMPATIBLE" val="0"/>
  <p:tag name="KSO_WM_UNIT_DIAGRAM_ISNUMVISUAL" val="0"/>
  <p:tag name="KSO_WM_UNIT_DIAGRAM_ISREFERUNIT" val="0"/>
  <p:tag name="KSO_WM_UNIT_TYPE" val="d"/>
  <p:tag name="KSO_WM_UNIT_INDEX" val="1"/>
  <p:tag name="KSO_WM_UNIT_ID" val="custom20233618_1*d*1"/>
  <p:tag name="KSO_WM_TEMPLATE_CATEGORY" val="custom"/>
  <p:tag name="KSO_WM_TEMPLATE_INDEX" val="20233618"/>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1"/>
  <p:tag name="KSO_WM_UNIT_PICTURE_SUBTYPE" val="b"/>
  <p:tag name="MH_PIC_SOURCE_TYPE" val="generate_slide_ai*{&quot;ai_type&quot;:&quot;generate_ppt&quot;,&quot;id&quot;:&quot;VCG41N186325872&quot;}*auto_gallery_ai_v2.0.9_ONLINE*1747209121646_196.132_9319e468a265-slide-29"/>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618_1*i*1"/>
  <p:tag name="KSO_WM_TEMPLATE_CATEGORY" val="custom"/>
  <p:tag name="KSO_WM_TEMPLATE_INDEX" val="20233618"/>
  <p:tag name="KSO_WM_UNIT_LAYERLEVEL" val="1"/>
  <p:tag name="KSO_WM_TAG_VERSION" val="3.0"/>
  <p:tag name="KSO_WM_BEAUTIFY_FLAG" val="#wm#"/>
  <p:tag name="KSO_WM_UNIT_FILL_FORE_SCHEMECOLOR_INDEX" val="5"/>
  <p:tag name="KSO_WM_UNIT_TEXT_FILL_FORE_SCHEMECOLOR_INDEX" val="10"/>
  <p:tag name="KSO_WM_UNIT_TEXT_FILL_TYPE" val="1"/>
  <p:tag name="KSO_WM_UNIT_USESOURCEFORMAT_APPLY" val="1"/>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618_1*i*2"/>
  <p:tag name="KSO_WM_TEMPLATE_CATEGORY" val="custom"/>
  <p:tag name="KSO_WM_TEMPLATE_INDEX" val="20233618"/>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34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custom20233618_1*c_f*1_1"/>
  <p:tag name="KSO_WM_TEMPLATE_CATEGORY" val="custom"/>
  <p:tag name="KSO_WM_TEMPLATE_INDEX" val="20233618"/>
  <p:tag name="KSO_WM_UNIT_LAYERLEVEL" val="1_1"/>
  <p:tag name="KSO_WM_TAG_VERSION" val="3.0"/>
  <p:tag name="KSO_WM_DIAGRAM_MAX_ITEMCNT" val="4"/>
  <p:tag name="KSO_WM_DIAGRAM_MIN_ITEMCNT" val="1"/>
  <p:tag name="KSO_WM_DIAGRAM_VIRTUALLY_FRAME" val="{&quot;height&quot;:363.3979874882736,&quot;left&quot;:72.7588188976378,&quot;top&quot;:187.8865007007028,&quot;width&quot;:266.6359842519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SUBTYPE" val="a"/>
  <p:tag name="KSO_WM_UNIT_TYPE" val="c_f"/>
  <p:tag name="KSO_WM_UNIT_INDEX" val="1_1"/>
  <p:tag name="KSO_WM_UNIT_VALUE" val="56"/>
  <p:tag name="KSO_WM_DIAGRAM_VERSION" val="3"/>
  <p:tag name="KSO_WM_DIAGRAM_COLOR_TRICK" val="1"/>
  <p:tag name="KSO_WM_DIAGRAM_COLOR_TEXT_CAN_REMOVE" val="n"/>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
  <p:tag name="KSO_WM_UNIT_USESOURCEFORMAT_APPLY" val="1"/>
  <p:tag name="KSO_WM_UNIT_TEXT_LAYER_COUNT" val="1"/>
  <p:tag name="KSO_WM_BEAUTIFY_FLAG" val="#wm#"/>
</p:tagLst>
</file>

<file path=ppt/tags/tag3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D" val="custom20233618_1*c_a*1_1"/>
  <p:tag name="KSO_WM_TEMPLATE_CATEGORY" val="custom"/>
  <p:tag name="KSO_WM_TEMPLATE_INDEX" val="20233618"/>
  <p:tag name="KSO_WM_UNIT_LAYERLEVEL" val="1_1"/>
  <p:tag name="KSO_WM_TAG_VERSION" val="3.0"/>
  <p:tag name="KSO_WM_DIAGRAM_MAX_ITEMCNT" val="4"/>
  <p:tag name="KSO_WM_DIAGRAM_MIN_ITEMCNT" val="1"/>
  <p:tag name="KSO_WM_DIAGRAM_VIRTUALLY_FRAME" val="{&quot;height&quot;:363.3979874882736,&quot;left&quot;:72.7588188976378,&quot;top&quot;:187.8865007007028,&quot;width&quot;:266.6359842519685}"/>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YPE" val="c_a"/>
  <p:tag name="KSO_WM_UNIT_INDEX" val="1_1"/>
  <p:tag name="KSO_WM_UNIT_VALUE" val="14"/>
  <p:tag name="KSO_WM_DIAGRAM_VERSION" val="3"/>
  <p:tag name="KSO_WM_DIAGRAM_COLOR_TRICK" val="1"/>
  <p:tag name="KSO_WM_DIAGRAM_COLOR_TEXT_CAN_REMOVE" val="n"/>
  <p:tag name="KSO_WM_UNIT_FILL_TYPE" val="3"/>
  <p:tag name="KSO_WM_UNIT_PRESET_TEXT" val="添加标题"/>
  <p:tag name="KSO_WM_UNIT_SHADOW_SCHEMECOLOR_INDEX_BRIGHTNESS" val="0"/>
  <p:tag name="KSO_WM_UNIT_SHADOW_SCHEMECOLOR_INDEX" val="5"/>
  <p:tag name="KSO_WM_UNIT_USESOURCEFORMAT_APPLY" val="1"/>
  <p:tag name="KSO_WM_BEAUTIFY_FLAG" val="#wm#"/>
</p:tagLst>
</file>

<file path=ppt/tags/tag35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618_1*a*1"/>
  <p:tag name="KSO_WM_TEMPLATE_CATEGORY" val="custom"/>
  <p:tag name="KSO_WM_TEMPLATE_INDEX" val="20233618"/>
  <p:tag name="KSO_WM_UNIT_LAYERLEVEL" val="1"/>
  <p:tag name="KSO_WM_TAG_VERSION" val="3.0"/>
  <p:tag name="KSO_WM_BEAUTIFY_FLAG" val="#wm#"/>
  <p:tag name="KSO_WM_UNIT_TEXT_TYPE" val="1"/>
  <p:tag name="KSO_WM_UNIT_PRESET_TEXT" val="单击此处添加&#10;标题内容"/>
  <p:tag name="KSO_WM_UNIT_TEXT_FILL_FORE_SCHEMECOLOR_INDEX" val="13"/>
  <p:tag name="KSO_WM_UNIT_TEXT_FILL_TYPE" val="1"/>
  <p:tag name="KSO_WM_UNIT_USESOURCEFORMAT_APPLY" val="1"/>
</p:tagLst>
</file>

<file path=ppt/tags/tag351.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TYPE" val="text"/>
  <p:tag name="KSO_WM_SLIDE_SUBTYPE" val="pureTxt"/>
  <p:tag name="KSO_WM_SLIDE_ITEM_CNT" val="0"/>
  <p:tag name="KSO_WM_SLIDE_INDEX" val="8"/>
  <p:tag name="KSO_WM_SLIDE_SIZE" val="850*457"/>
  <p:tag name="KSO_WM_SLIDE_POSITION" val="54*28"/>
  <p:tag name="KSO_WM_TAG_VERSION" val="3.0"/>
  <p:tag name="KSO_WM_BEAUTIFY_FLAG" val="#wm#"/>
  <p:tag name="KSO_WM_TEMPLATE_CATEGORY" val="custom"/>
  <p:tag name="KSO_WM_TEMPLATE_INDEX" val="20236801"/>
  <p:tag name="KSO_WM_SLIDE_LAYOUT" val="a_f"/>
  <p:tag name="KSO_WM_SLIDE_LAYOUT_CNT" val="1_1"/>
</p:tagLst>
</file>

<file path=ppt/tags/tag352.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028_1*a*1"/>
  <p:tag name="KSO_WM_TEMPLATE_CATEGORY" val="custom"/>
  <p:tag name="KSO_WM_TEMPLATE_INDEX" val="20235028"/>
  <p:tag name="KSO_WM_UNIT_LAYERLEVEL" val="1"/>
  <p:tag name="KSO_WM_TAG_VERSION" val="3.0"/>
  <p:tag name="KSO_WM_BEAUTIFY_FLAG" val="#wm#"/>
  <p:tag name="KSO_WM_UNIT_TEXT_TYPE" val="1"/>
  <p:tag name="KSO_WM_UNIT_TEXT_FILL_FORE_SCHEMECOLOR_INDEX" val="13"/>
  <p:tag name="KSO_WM_UNIT_TEXT_FILL_TYPE" val="1"/>
  <p:tag name="KSO_WM_UNIT_USESOURCEFORMAT_APPLY" val="0"/>
  <p:tag name="KSO_WM_UNIT_PRESET_TEXT" val="单击此处添加标题"/>
</p:tagLst>
</file>

<file path=ppt/tags/tag35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5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4_1*l_h_f*1_1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单击此处添加文本具体内容"/>
  <p:tag name="KSO_WM_UNIT_FILL_TYPE" val="3"/>
  <p:tag name="KSO_WM_UNIT_USESOURCEFORMAT_APPLY" val="0"/>
</p:tagLst>
</file>

<file path=ppt/tags/tag354.xml><?xml version="1.0" encoding="utf-8"?>
<p:tagLst xmlns:p="http://schemas.openxmlformats.org/presentationml/2006/main">
  <p:tag name="KSO_WM_UNIT_ISNUMDGMTITLE" val="0"/>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4_1*l_h_f*1_2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UNIT_VALUE" val="54"/>
  <p:tag name="KSO_WM_DIAGRAM_COLOR_MATCH_VALUE" val="{&quot;shape&quot;:{&quot;fill&quot;:{&quot;gradient&quot;:[{&quot;brightness&quot;:-0.2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单击此处添加文本具体内容"/>
  <p:tag name="KSO_WM_UNIT_FILL_TYPE" val="3"/>
  <p:tag name="KSO_WM_UNIT_USESOURCEFORMAT_APPLY" val="0"/>
</p:tagLst>
</file>

<file path=ppt/tags/tag355.xml><?xml version="1.0" encoding="utf-8"?>
<p:tagLst xmlns:p="http://schemas.openxmlformats.org/presentationml/2006/main">
  <p:tag name="KSO_WM_DIAGRAM_VERSION" val="3"/>
  <p:tag name="KSO_WM_DIAGRAM_COLOR_TRICK" val="1"/>
  <p:tag name="KSO_WM_DIAGRAM_COLOR_TEXT_CAN_REMOVE" val="n"/>
  <p:tag name="KSO_WM_UNIT_VALUE" val="247*247"/>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2474_1*l_h_d*1_1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DIAGRAM_COLOR_MATCH_VALUE" val="{&quot;shape&quot;:{&quot;fill&quot;:{&quot;solid&quot;:{&quot;brightness&quot;:0,&quot;colorType&quot;:1,&quot;foreColorIndex&quot;:5,&quot;transparency&quot;:0},&quot;type&quot;:1},&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
  <p:tag name="MH_PIC_SOURCE_TYPE" val="generate_slide_ai*{&quot;ai_type&quot;:&quot;generate_ppt&quot;,&quot;id&quot;:&quot;VCG41N1488551683&quot;}*auto_gallery_ai_v2.0.9_ONLINE*1747209121646_196.132_9319e468a265-slide-32"/>
  <p:tag name="KSO_WM_UNIT_LINE_FILL_TYPE" val="2"/>
  <p:tag name="KSO_WM_UNIT_USESOURCEFORMAT_APPLY" val="0"/>
</p:tagLst>
</file>

<file path=ppt/tags/tag35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4_1*l_h_a*1_1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3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2474_1*l_h_i*1_2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DIAGRAM_COLOR_MATCH_VALUE" val="{&quot;shape&quot;:{&quot;fill&quot;:{&quot;solid&quot;:{&quot;brightness&quot;:0,&quot;colorType&quot;:1,&quot;foreColorIndex&quot;:4,&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4"/>
  <p:tag name="KSO_WM_UNIT_FILL_FORE_SCHEMECOLOR_INDEX_BRIGHTNESS" val="0"/>
  <p:tag name="KSO_WM_UNIT_TEXT_FILL_FORE_SCHEMECOLOR_INDEX" val="13"/>
  <p:tag name="KSO_WM_UNIT_TEXT_FILL_TYPE" val="1"/>
  <p:tag name="KSO_WM_UNIT_USESOURCEFORMAT_APPLY" val="0"/>
</p:tagLst>
</file>

<file path=ppt/tags/tag35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4_1*l_h_a*1_2_1"/>
  <p:tag name="KSO_WM_TEMPLATE_CATEGORY" val="diagram"/>
  <p:tag name="KSO_WM_TEMPLATE_INDEX" val="20232474"/>
  <p:tag name="KSO_WM_UNIT_LAYERLEVEL" val="1_1_1"/>
  <p:tag name="KSO_WM_TAG_VERSION" val="3.0"/>
  <p:tag name="KSO_WM_UNIT_VALUE" val="12"/>
  <p:tag name="KSO_WM_DIAGRAM_MAX_ITEMCNT" val="4"/>
  <p:tag name="KSO_WM_DIAGRAM_MIN_ITEMCNT" val="2"/>
  <p:tag name="KSO_WM_DIAGRAM_VIRTUALLY_FRAME" val="{&quot;height&quot;:363.27,&quot;left&quot;:48.9,&quot;top&quot;:136.6,&quot;width&quot;:854.09433603361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359.xml><?xml version="1.0" encoding="utf-8"?>
<p:tagLst xmlns:p="http://schemas.openxmlformats.org/presentationml/2006/main">
  <p:tag name="KSO_WM_DIAGRAM_VERSION" val="3"/>
  <p:tag name="KSO_WM_DIAGRAM_COLOR_TRICK" val="1"/>
  <p:tag name="KSO_WM_DIAGRAM_COLOR_TEXT_CAN_REMOVE" val="n"/>
  <p:tag name="KSO_WM_UNIT_VALUE" val="247*247"/>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2474_1*l_h_d*1_2_1"/>
  <p:tag name="KSO_WM_TEMPLATE_CATEGORY" val="diagram"/>
  <p:tag name="KSO_WM_TEMPLATE_INDEX" val="20232474"/>
  <p:tag name="KSO_WM_UNIT_LAYERLEVEL" val="1_1_1"/>
  <p:tag name="KSO_WM_TAG_VERSION" val="3.0"/>
  <p:tag name="KSO_WM_DIAGRAM_MAX_ITEMCNT" val="4"/>
  <p:tag name="KSO_WM_DIAGRAM_MIN_ITEMCNT" val="2"/>
  <p:tag name="KSO_WM_DIAGRAM_VIRTUALLY_FRAME" val="{&quot;height&quot;:363.27,&quot;left&quot;:48.9,&quot;top&quot;:136.6,&quot;width&quot;:854.0943360336183}"/>
  <p:tag name="KSO_WM_DIAGRAM_COLOR_MATCH_VALUE" val="{&quot;shape&quot;:{&quot;fill&quot;:{&quot;solid&quot;:{&quot;brightness&quot;:0,&quot;colorType&quot;:1,&quot;foreColorIndex&quot;:5,&quot;transparency&quot;:0},&quot;type&quot;:1},&quot;glow&quot;:{&quot;colorType&quot;:0},&quot;line&quot;:{&quot;solidLine&quot;:{&quot;brightness&quot;:0.6000000238418579,&quot;colorType&quot;:1,&quot;foreColorIndex&quot;:1,&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1"/>
  <p:tag name="MH_PIC_SOURCE_TYPE" val="generate_slide_ai*{&quot;ai_type&quot;:&quot;generate_ppt&quot;,&quot;id&quot;:&quot;VCG41N481836164&quot;}*auto_gallery_ai_v2.0.9_ONLINE*1747209121646_196.132_9319e468a265-slide-32"/>
  <p:tag name="KSO_WM_UNIT_LINE_FILL_TYPE" val="2"/>
  <p:tag name="KSO_WM_UNIT_USESOURCEFORMAT_APPLY" val="0"/>
</p:tagLst>
</file>

<file path=ppt/tags/tag360.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TYPE" val="text"/>
  <p:tag name="KSO_WM_SLIDE_SUBTYPE" val="pureTxt"/>
  <p:tag name="KSO_WM_SLIDE_ITEM_CNT" val="0"/>
  <p:tag name="KSO_WM_SLIDE_INDEX" val="8"/>
  <p:tag name="KSO_WM_SLIDE_SIZE" val="850*457"/>
  <p:tag name="KSO_WM_SLIDE_POSITION" val="54*28"/>
  <p:tag name="KSO_WM_DIAGRAM_GROUP_CODE" val="l1-1"/>
  <p:tag name="KSO_WM_SLIDE_DIAGTYPE" val="l"/>
  <p:tag name="KSO_WM_TAG_VERSION" val="3.0"/>
  <p:tag name="KSO_WM_BEAUTIFY_FLAG" val="#wm#"/>
  <p:tag name="KSO_WM_TEMPLATE_CATEGORY" val="custom"/>
  <p:tag name="KSO_WM_TEMPLATE_INDEX" val="20236801"/>
  <p:tag name="KSO_WM_SLIDE_LAYOUT" val="a_f"/>
  <p:tag name="KSO_WM_SLIDE_LAYOUT_CNT" val="1_1"/>
</p:tagLst>
</file>

<file path=ppt/tags/tag36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968_2*a*1"/>
  <p:tag name="KSO_WM_TEMPLATE_CATEGORY" val="diagram"/>
  <p:tag name="KSO_WM_TEMPLATE_INDEX" val="202309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68_1*l_h_i*1_1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404.3,&quot;left&quot;:40.5,&quot;top&quot;:85.05,&quot;width&quot;:864.7503937007874}"/>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15"/>
  <p:tag name="KSO_WM_UNIT_SHADOW_SCHEMECOLOR_INDEX" val="14"/>
  <p:tag name="KSO_WM_UNIT_TEXT_FILL_FORE_SCHEMECOLOR_INDEX_BRIGHTNESS" val="0"/>
  <p:tag name="KSO_WM_UNIT_TEXT_FILL_FORE_SCHEMECOLOR_INDEX" val="2"/>
  <p:tag name="KSO_WM_UNIT_TEXT_FILL_TYPE" val="1"/>
  <p:tag name="KSO_WM_UNIT_FILL_TYPE" val="1"/>
  <p:tag name="KSO_WM_UNIT_FILL_FORE_SCHEMECOLOR_INDEX" val="13"/>
  <p:tag name="KSO_WM_UNIT_FILL_FORE_SCHEMECOLOR_INDEX_BRIGHTNESS" val="0.6"/>
  <p:tag name="KSO_WM_UNIT_LINE_FORE_SCHEMECOLOR_INDEX" val="13"/>
  <p:tag name="KSO_WM_UNIT_LINE_FILL_TYPE" val="2"/>
  <p:tag name="KSO_WM_UNIT_USESOURCEFORMAT_APPLY" val="0"/>
</p:tagLst>
</file>

<file path=ppt/tags/tag3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68_1*l_h_a*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3,&quot;left&quot;:40.5,&quot;top&quot;:85.05,&quot;width&quot;:864.7503937007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PRESET_TEXT" val="添加标题"/>
  <p:tag name="KSO_WM_UNIT_TEXT_FILL_FORE_SCHEMECOLOR_INDEX" val="1"/>
  <p:tag name="KSO_WM_UNIT_TEXT_FILL_TYPE" val="1"/>
  <p:tag name="KSO_WM_UNIT_TEXT_TYPE" val="1"/>
  <p:tag name="KSO_WM_UNIT_USESOURCEFORMAT_APPLY" val="0"/>
</p:tagLst>
</file>

<file path=ppt/tags/tag3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68_1*l_h_f*1_1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3,&quot;left&quot;:40.5,&quot;top&quot;:85.05,&quot;width&quot;:864.7503937007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项正文，文字是您思想的提炼，请尽量言简意赅的阐述观点。"/>
  <p:tag name="KSO_WM_UNIT_TEXT_FILL_FORE_SCHEMECOLOR_INDEX" val="1"/>
  <p:tag name="KSO_WM_UNIT_TEXT_FILL_TYPE" val="1"/>
  <p:tag name="KSO_WM_UNIT_TEXT_TYPE" val="1"/>
  <p:tag name="KSO_WM_UNIT_TEXT_LAYER_COUNT" val="1"/>
  <p:tag name="KSO_WM_UNIT_USESOURCEFORMAT_APPLY" val="0"/>
</p:tagLst>
</file>

<file path=ppt/tags/tag3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68_1*l_h_i*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404.3,&quot;left&quot;:40.5,&quot;top&quot;:85.05,&quot;width&quot;:864.7503937007874}"/>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FILL_TYPE" val="1"/>
  <p:tag name="KSO_WM_UNIT_FILL_FORE_SCHEMECOLOR_INDEX" val="5"/>
  <p:tag name="KSO_WM_UNIT_FILL_FORE_SCHEMECOLOR_INDEX_BRIGHTNESS" val="0"/>
  <p:tag name="KSO_WM_UNIT_LINE_FORE_SCHEMECOLOR_INDEX" val="5"/>
  <p:tag name="KSO_WM_UNIT_LINE_FILL_TYPE" val="2"/>
  <p:tag name="KSO_WM_UNIT_USESOURCEFORMAT_APPLY" val="0"/>
</p:tagLst>
</file>

<file path=ppt/tags/tag3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68_1*l_h_a*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3,&quot;left&quot;:40.5,&quot;top&quot;:85.05,&quot;width&quot;:864.7503937007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添加标题"/>
  <p:tag name="KSO_WM_UNIT_TEXT_TYPE" val="1"/>
  <p:tag name="KSO_WM_UNIT_USESOURCEFORMAT_APPLY" val="0"/>
</p:tagLst>
</file>

<file path=ppt/tags/tag3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68_1*l_h_f*1_2_1"/>
  <p:tag name="KSO_WM_TEMPLATE_CATEGORY" val="diagram"/>
  <p:tag name="KSO_WM_TEMPLATE_INDEX" val="2023096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4.3,&quot;left&quot;:40.5,&quot;top&quot;:85.05,&quot;width&quot;:864.75039370078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_BRIGHTNESS" val="0"/>
  <p:tag name="KSO_WM_UNIT_TEXT_FILL_TYPE" val="1"/>
  <p:tag name="KSO_WM_UNIT_PRESET_TEXT" val="单击此处输入你的项正文，文字是您思想的提炼，请尽量言简意赅的阐述观点。"/>
  <p:tag name="KSO_WM_UNIT_TEXT_TYPE" val="1"/>
  <p:tag name="KSO_WM_UNIT_TEXT_LAYER_COUNT" val="1"/>
  <p:tag name="KSO_WM_UNIT_USESOURCEFORMAT_APPLY" val="0"/>
</p:tagLst>
</file>

<file path=ppt/tags/tag368.xml><?xml version="1.0" encoding="utf-8"?>
<p:tagLst xmlns:p="http://schemas.openxmlformats.org/presentationml/2006/main">
  <p:tag name="KSO_WM_DIAGRAM_VERSION" val="3"/>
  <p:tag name="KSO_WM_DIAGRAM_COLOR_TRICK" val="1"/>
  <p:tag name="KSO_WM_DIAGRAM_COLOR_TEXT_CAN_REMOVE" val="n"/>
  <p:tag name="KSO_WM_UNIT_VALUE" val="817*139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0968_1*l_h_d*1_2_1"/>
  <p:tag name="KSO_WM_TEMPLATE_CATEGORY" val="diagram"/>
  <p:tag name="KSO_WM_TEMPLATE_INDEX" val="20230968"/>
  <p:tag name="KSO_WM_UNIT_LAYERLEVEL" val="1_1_1"/>
  <p:tag name="KSO_WM_TAG_VERSION" val="3.0"/>
  <p:tag name="KSO_WM_BEAUTIFY_FLAG" val="#wm#"/>
  <p:tag name="KSO_WM_DIAGRAM_MAX_ITEMCNT" val="4"/>
  <p:tag name="KSO_WM_DIAGRAM_MIN_ITEMCNT" val="2"/>
  <p:tag name="KSO_WM_DIAGRAM_VIRTUALLY_FRAME" val="{&quot;height&quot;:404.3,&quot;left&quot;:40.5,&quot;top&quot;:85.05,&quot;width&quot;:864.7503937007874}"/>
  <p:tag name="KSO_WM_DIAGRAM_COLOR_MATCH_VALUE" val="{&quot;shape&quot;:{&quot;fill&quot;:{&quot;solid&quot;:{&quot;brightness&quot;:0,&quot;colorType&quot;:1,&quot;foreColorIndex&quot;:5,&quot;transparency&quot;:0.8500000238418579},&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5"/>
  <p:tag name="KSO_WM_UNIT_FILL_FORE_SCHEMECOLOR_INDEX_BRIGHTNESS" val="0"/>
  <p:tag name="KSO_WM_UNIT_LINE_FORE_SCHEMECOLOR_INDEX" val="13"/>
  <p:tag name="KSO_WM_UNIT_PICTURE_SUBTYPE" val="b"/>
  <p:tag name="MH_PIC_SOURCE_TYPE" val="generate_slide_ai*{&quot;ai_type&quot;:&quot;generate_ppt&quot;,&quot;id&quot;:&quot;VCG41N1442732123&quot;}*auto_gallery_ai_v2.0.9_ONLINE*1747209121646_196.132_9319e468a265-slide-34"/>
  <p:tag name="KSO_WM_UNIT_LINE_FILL_TYPE" val="2"/>
  <p:tag name="KSO_WM_UNIT_USESOURCEFORMAT_APPLY" val="0"/>
</p:tagLst>
</file>

<file path=ppt/tags/tag369.xml><?xml version="1.0" encoding="utf-8"?>
<p:tagLst xmlns:p="http://schemas.openxmlformats.org/presentationml/2006/main">
  <p:tag name="TABLE_ENDDRAG_ORIGIN_RECT" val="457*247"/>
  <p:tag name="TABLE_ENDDRAG_RECT" val="22*97*457*247"/>
</p:tagLst>
</file>

<file path=ppt/tags/tag370.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680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DIAGRAM_GROUP_CODE" val="l1-1"/>
  <p:tag name="KSO_WM_SLIDE_DIAGTYPE" val="l"/>
</p:tagLst>
</file>

<file path=ppt/tags/tag371.xml><?xml version="1.0" encoding="utf-8"?>
<p:tagLst xmlns:p="http://schemas.openxmlformats.org/presentationml/2006/main">
  <p:tag name="KSO_WM_UNIT_TYPE" val="a"/>
  <p:tag name="KSO_WM_UNIT_INDEX" val="1"/>
  <p:tag name="KSO_WM_BEAUTIFY_FLAG" val="#wm#"/>
  <p:tag name="KSO_WM_TAG_VERSION" val="3.0"/>
  <p:tag name="KSO_WM_UNIT_ID" val="custom20236801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单击添加章节标题"/>
</p:tagLst>
</file>

<file path=ppt/tags/tag372.xml><?xml version="1.0" encoding="utf-8"?>
<p:tagLst xmlns:p="http://schemas.openxmlformats.org/presentationml/2006/main">
  <p:tag name="KSO_WM_UNIT_TYPE" val="b"/>
  <p:tag name="KSO_WM_UNIT_INDEX" val="1"/>
  <p:tag name="KSO_WM_BEAUTIFY_FLAG" val="#wm#"/>
  <p:tag name="KSO_WM_TAG_VERSION" val="3.0"/>
  <p:tag name="KSO_WM_UNIT_ID" val="custom20236801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 name="KSO_WM_UNIT_TEXT_TYPE" val="1"/>
  <p:tag name="KSO_WM_UNIT_PRESET_TEXT" val="添加副标题单击编辑添加副标题内容"/>
</p:tagLst>
</file>

<file path=ppt/tags/tag373.xml><?xml version="1.0" encoding="utf-8"?>
<p:tagLst xmlns:p="http://schemas.openxmlformats.org/presentationml/2006/main">
  <p:tag name="KSO_WM_UNIT_TYPE" val="e"/>
  <p:tag name="KSO_WM_UNIT_INDEX" val="1"/>
  <p:tag name="KSO_WM_BEAUTIFY_FLAG" val="#wm#"/>
  <p:tag name="KSO_WM_TAG_VERSION" val="3.0"/>
  <p:tag name="KSO_WM_UNIT_ID" val="custom20236801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PRESET_TEXT_INDEX" val="-1"/>
  <p:tag name="KSO_WM_UNIT_PRESET_TEXT_LEN" val="0"/>
</p:tagLst>
</file>

<file path=ppt/tags/tag37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6801"/>
  <p:tag name="KSO_WM_TEMPLATE_CATEGORY" val="custom"/>
  <p:tag name="KSO_WM_SLIDE_INDEX" val="7"/>
  <p:tag name="KSO_WM_SLIDE_ID" val="custom20236801_7"/>
  <p:tag name="KSO_WM_TEMPLATE_MASTER_TYPE" val="0"/>
  <p:tag name="KSO_WM_SLIDE_LAYOUT" val="a_b_e"/>
  <p:tag name="KSO_WM_SLIDE_LAYOUT_CNT" val="1_1_1"/>
  <p:tag name="KSO_WM_SLIDE_THEME_ID" val="3402803"/>
  <p:tag name="KSO_WM_SLIDE_THEME_NAME" val="简约风教育教学毕业答辩"/>
</p:tagLst>
</file>

<file path=ppt/tags/tag375.xml><?xml version="1.0" encoding="utf-8"?>
<p:tagLst xmlns:p="http://schemas.openxmlformats.org/presentationml/2006/main">
  <p:tag name="KSO_WM_UNIT_INDEX" val="1"/>
  <p:tag name="KSO_WM_UNIT_TYPE" val="a"/>
  <p:tag name="KSO_WM_BEAUTIFY_FLAG" val="#wm#"/>
</p:tagLst>
</file>

<file path=ppt/tags/tag376.xml><?xml version="1.0" encoding="utf-8"?>
<p:tagLst xmlns:p="http://schemas.openxmlformats.org/presentationml/2006/main">
  <p:tag name="KSO_WM_UNIT_INDEX" val="2"/>
  <p:tag name="KSO_WM_UNIT_TYPE" val="j"/>
  <p:tag name="KSO_WM_BEAUTIFY_FLAG" val="#wm#"/>
</p:tagLst>
</file>

<file path=ppt/tags/tag377.xml><?xml version="1.0" encoding="utf-8"?>
<p:tagLst xmlns:p="http://schemas.openxmlformats.org/presentationml/2006/main">
  <p:tag name="KSO_WM_UNIT_INDEX" val="14"/>
  <p:tag name="KSO_WM_UNIT_TYPE" val="f"/>
  <p:tag name="KSO_WM_UNIT_SUBTYPE" val="a"/>
  <p:tag name="KSO_WM_BEAUTIFY_FLAG" val="#wm#"/>
</p:tagLst>
</file>

<file path=ppt/tags/tag378.xml><?xml version="1.0" encoding="utf-8"?>
<p:tagLst xmlns:p="http://schemas.openxmlformats.org/presentationml/2006/main">
  <p:tag name="KSO_WM_TEMPLATE_CATEGORY" val="custom"/>
  <p:tag name="KSO_WM_TEMPLATE_INDEX" val="20236801"/>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SLIDE_INDEX" val="8"/>
  <p:tag name="KSO_WM_SLIDE_ID" val="custom20236801_8"/>
  <p:tag name="KSO_WM_TEMPLATE_MASTER_TYPE" val="0"/>
  <p:tag name="KSO_WM_SLIDE_LAYOUT" val="a_f"/>
  <p:tag name="KSO_WM_SLIDE_LAYOUT_CNT" val="1_1"/>
  <p:tag name="KSO_WM_SLIDE_SIZE" val="850*457"/>
  <p:tag name="KSO_WM_SLIDE_POSITION" val="54*28"/>
</p:tagLst>
</file>

<file path=ppt/tags/tag37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8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2*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38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2*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8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2*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38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2*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2*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3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2*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8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315_2*l_h_f*1_4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32"/>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38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315_2*l_h_a*1_4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411476817&quot;}*auto_gallery_ai_v2.0.9_ONLINE*1747209121646_196.132_9319e468a265-slide-38"/>
  <p:tag name="KSO_WM_UNIT_LINE_FILL_TYPE" val="2"/>
  <p:tag name="KSO_WM_UNIT_USESOURCEFORMAT_APPLY" val="0"/>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443809064&quot;}*auto_gallery_ai_v2.0.9_ONLINE*1747209121646_196.132_9319e468a265-slide-38"/>
  <p:tag name="KSO_WM_UNIT_LINE_FILL_TYPE" val="2"/>
  <p:tag name="KSO_WM_UNIT_USESOURCEFORMAT_APPLY" val="0"/>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432689692&quot;}*auto_gallery_ai_v2.0.9_ONLINE*1747209121646_196.132_9319e468a265-slide-38"/>
  <p:tag name="KSO_WM_UNIT_LINE_FILL_TYPE" val="2"/>
  <p:tag name="KSO_WM_UNIT_USESOURCEFORMAT_APPLY" val="0"/>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d*1_4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quot;ai_type&quot;:&quot;generate_ppt&quot;,&quot;id&quot;:&quot;VCG41N1493187890&quot;}*auto_gallery_ai_v2.0.9_ONLINE*1747209121646_196.132_9319e468a265-slide-38"/>
  <p:tag name="KSO_WM_UNIT_LINE_FILL_TYPE" val="2"/>
  <p:tag name="KSO_WM_UNIT_USESOURCEFORMAT_APPLY" val="0"/>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2*l_h_i*1_4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96.xml><?xml version="1.0" encoding="utf-8"?>
<p:tagLst xmlns:p="http://schemas.openxmlformats.org/presentationml/2006/main">
  <p:tag name="KSO_WM_SLIDE_ID" val="custom2023680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680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DIAGRAM_GROUP_CODE" val="l1-1"/>
  <p:tag name="KSO_WM_SLIDE_DIAGTYPE" val="l"/>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a*1"/>
  <p:tag name="KSO_WM_TEMPLATE_CATEGORY" val="diagram"/>
  <p:tag name="KSO_WM_TEMPLATE_INDEX" val="20233337"/>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7_2*l_h_f*1_1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 name="KSO_WM_UNIT_USESOURCEFORMAT_APPLY" val="1"/>
</p:tagLst>
</file>

<file path=ppt/tags/tag3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337_2*l_h_a*1_1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337_2*l_h_i*1_1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40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7_2*l_h_f*1_2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 name="KSO_WM_UNIT_USESOURCEFORMAT_APPLY" val="1"/>
</p:tagLst>
</file>

<file path=ppt/tags/tag4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337_2*l_h_a*1_2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337_2*l_h_i*1_2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4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7_2*l_h_f*1_3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 name="KSO_WM_UNIT_USESOURCEFORMAT_APPLY" val="1"/>
</p:tagLst>
</file>

<file path=ppt/tags/tag4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337_2*l_h_a*1_3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337_2*l_h_i*1_3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4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7_2*l_h_f*1_4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 name="KSO_WM_UNIT_USESOURCEFORMAT_APPLY" val="1"/>
</p:tagLst>
</file>

<file path=ppt/tags/tag4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337_2*l_h_a*1_4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337_2*l_h_i*1_4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1_2"/>
  <p:tag name="KSO_WM_TEMPLATE_CATEGORY" val="diagram"/>
  <p:tag name="KSO_WM_TEMPLATE_INDEX" val="20233337"/>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2_2"/>
  <p:tag name="KSO_WM_TEMPLATE_CATEGORY" val="diagram"/>
  <p:tag name="KSO_WM_TEMPLATE_INDEX" val="20233337"/>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3_2"/>
  <p:tag name="KSO_WM_TEMPLATE_CATEGORY" val="diagram"/>
  <p:tag name="KSO_WM_TEMPLATE_INDEX" val="20233337"/>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4_2"/>
  <p:tag name="KSO_WM_TEMPLATE_CATEGORY" val="diagram"/>
  <p:tag name="KSO_WM_TEMPLATE_INDEX" val="20233337"/>
  <p:tag name="KSO_WM_UNIT_LAYERLEVEL" val="1_1_1"/>
  <p:tag name="KSO_WM_TAG_VERSION" val="3.0"/>
  <p:tag name="KSO_WM_UNIT_TYPE" val="l_h_i"/>
  <p:tag name="KSO_WM_UNIT_INDEX" val="1_4_2"/>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1"/>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l_h_d*1_1_1"/>
  <p:tag name="KSO_WM_TEMPLATE_CATEGORY" val="diagram"/>
  <p:tag name="KSO_WM_TEMPLATE_INDEX" val="20233337"/>
  <p:tag name="KSO_WM_UNIT_LAYERLEVEL" val="1_1_1"/>
  <p:tag name="KSO_WM_TAG_VERSION" val="3.0"/>
  <p:tag name="KSO_WM_UNIT_VALUE" val="360*600"/>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689531494&quot;}*gallery_gallery_ai_v2.0.9_ONLINE*2969dde048d287d16e753b3918581a13-slide-0"/>
  <p:tag name="KSO_WM_UNIT_LINE_FILL_TYPE" val="2"/>
  <p:tag name="KSO_WM_UNIT_USESOURCEFORMAT_APPLY" val="1"/>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l_h_d*1_2_1"/>
  <p:tag name="KSO_WM_TEMPLATE_CATEGORY" val="diagram"/>
  <p:tag name="KSO_WM_TEMPLATE_INDEX" val="20233337"/>
  <p:tag name="KSO_WM_UNIT_LAYERLEVEL" val="1_1_1"/>
  <p:tag name="KSO_WM_TAG_VERSION" val="3.0"/>
  <p:tag name="KSO_WM_UNIT_VALUE" val="360*600"/>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1304566562&quot;}*gallery_gallery_ai_v2.0.9_ONLINE*2969dde048d287d16e753b3918581a13-slide-0"/>
  <p:tag name="KSO_WM_UNIT_LINE_FILL_TYPE" val="2"/>
  <p:tag name="KSO_WM_UNIT_USESOURCEFORMAT_APPLY" val="1"/>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l_h_d*1_3_1"/>
  <p:tag name="KSO_WM_TEMPLATE_CATEGORY" val="diagram"/>
  <p:tag name="KSO_WM_TEMPLATE_INDEX" val="20233337"/>
  <p:tag name="KSO_WM_UNIT_LAYERLEVEL" val="1_1_1"/>
  <p:tag name="KSO_WM_TAG_VERSION" val="3.0"/>
  <p:tag name="KSO_WM_UNIT_VALUE" val="360*600"/>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41N1223413128&quot;}*gallery_gallery_ai_v2.0.9_ONLINE*2969dde048d287d16e753b3918581a13-slide-0"/>
  <p:tag name="KSO_WM_UNIT_LINE_FILL_TYPE" val="2"/>
  <p:tag name="KSO_WM_UNIT_USESOURCEFORMAT_APPLY"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l_h_d*1_4_1"/>
  <p:tag name="KSO_WM_TEMPLATE_CATEGORY" val="diagram"/>
  <p:tag name="KSO_WM_TEMPLATE_INDEX" val="20233337"/>
  <p:tag name="KSO_WM_UNIT_LAYERLEVEL" val="1_1_1"/>
  <p:tag name="KSO_WM_TAG_VERSION" val="3.0"/>
  <p:tag name="KSO_WM_UNIT_VALUE" val="360*600"/>
  <p:tag name="KSO_WM_DIAGRAM_GROUP_CODE" val="l1-1"/>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3"/>
  <p:tag name="KSO_WM_DIAGRAM_VIRTUALLY_FRAME" val="{&quot;height&quot;:348.59662322240507,&quot;left&quot;:54.80000000000001,&quot;top&quot;:141.87401122344315,&quot;width&quot;:850.4826771653543}"/>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quot;ai_type&quot;:&quot;generate_single_page&quot;,&quot;id&quot;:&quot;VCG211285455025&quot;}*gallery_gallery_ai_v2.0.9_ONLINE*2969dde048d287d16e753b3918581a13-slide-0"/>
  <p:tag name="KSO_WM_UNIT_LINE_FILL_TYPE" val="2"/>
  <p:tag name="KSO_WM_UNIT_USESOURCEFORMAT_APPLY" val="1"/>
</p:tagLst>
</file>

<file path=ppt/tags/tag418.xml><?xml version="1.0" encoding="utf-8"?>
<p:tagLst xmlns:p="http://schemas.openxmlformats.org/presentationml/2006/main">
  <p:tag name="KSO_WM_SLIDE_ID" val="diagram20233337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3337"/>
  <p:tag name="KSO_WM_SLIDE_TYPE" val="text"/>
  <p:tag name="KSO_WM_SLIDE_SUBTYPE" val="diag"/>
  <p:tag name="KSO_WM_SLIDE_SIZE" val="850.483*348.597"/>
  <p:tag name="KSO_WM_SLIDE_POSITION" val="54.8*141.874"/>
  <p:tag name="KSO_WM_SLIDE_LAYOUT" val="a_l"/>
  <p:tag name="KSO_WM_SLIDE_LAYOUT_CNT" val="1_1"/>
  <p:tag name="KSO_WM_SPECIAL_SOURCE" val="bdnull"/>
  <p:tag name="KSO_WM_DIAGRAM_GROUP_CODE" val="l1-1"/>
  <p:tag name="KSO_WM_SLIDE_DIAGTYPE" val="l"/>
  <p:tag name="KSO_WM_SLIDE_SOURCE" val="WPPAIGenerateSlide"/>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1"/>
  <p:tag name="KSO_WM_TEMPLATE_CATEGORY" val="custom"/>
  <p:tag name="KSO_WM_TEMPLATE_INDEX" val="20233278"/>
  <p:tag name="KSO_WM_UNIT_LAYERLEVEL" val="1"/>
  <p:tag name="KSO_WM_TAG_VERSION" val="3.0"/>
  <p:tag name="KSO_WM_BEAUTIFY_FLAG" val="#wm#"/>
  <p:tag name="KSO_WM_UNIT_TYPE" val="i"/>
  <p:tag name="KSO_WM_UNIT_INDEX" val="1"/>
  <p:tag name="KSO_WM_UNIT_FILL_FORE_SCHEMECOLOR_INDEX" val="5"/>
  <p:tag name="KSO_WM_UNIT_FILL_TYPE" val="1"/>
  <p:tag name="KSO_WM_UNIT_TEXT_FILL_FORE_SCHEMECOLOR_INDEX" val="2"/>
  <p:tag name="KSO_WM_UNIT_TEXT_FILL_TYPE" val="1"/>
  <p:tag name="KSO_WM_UNIT_USESOURCEFORMAT_APPLY"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2"/>
  <p:tag name="KSO_WM_TEMPLATE_CATEGORY" val="custom"/>
  <p:tag name="KSO_WM_TEMPLATE_INDEX" val="20233278"/>
  <p:tag name="KSO_WM_UNIT_LAYERLEVEL" val="1"/>
  <p:tag name="KSO_WM_TAG_VERSION" val="3.0"/>
  <p:tag name="KSO_WM_BEAUTIFY_FLAG" val="#wm#"/>
  <p:tag name="KSO_WM_UNIT_TYPE" val="i"/>
  <p:tag name="KSO_WM_UNIT_INDEX" val="2"/>
  <p:tag name="KSO_WM_UNIT_FILL_FORE_SCHEMECOLOR_INDEX" val="5"/>
  <p:tag name="KSO_WM_UNIT_FILL_TYPE" val="1"/>
  <p:tag name="KSO_WM_UNIT_LINE_FORE_SCHEMECOLOR_INDEX" val="5"/>
  <p:tag name="KSO_WM_UNIT_LINE_FILL_TYPE" val="2"/>
  <p:tag name="KSO_WM_UNIT_TEXT_FILL_FORE_SCHEMECOLOR_INDEX" val="2"/>
  <p:tag name="KSO_WM_UNIT_TEXT_FILL_TYPE" val="1"/>
  <p:tag name="KSO_WM_UNIT_USESOURCEFORMAT_APPLY" val="1"/>
</p:tagLst>
</file>

<file path=ppt/tags/tag421.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TEMPLATE_INDEX" val="20233278"/>
  <p:tag name="KSO_WM_UNIT_ID" val="custom20233278_1*a*1"/>
  <p:tag name="KSO_WM_UNIT_PRESET_TEXT" val="单击此处添加标题内容"/>
  <p:tag name="KSO_WM_UNIT_TEXT_TYPE" val="1"/>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78_1*i*3"/>
  <p:tag name="KSO_WM_TEMPLATE_CATEGORY" val="custom"/>
  <p:tag name="KSO_WM_TEMPLATE_INDEX" val="20233278"/>
  <p:tag name="KSO_WM_UNIT_LAYERLEVEL" val="1"/>
  <p:tag name="KSO_WM_TAG_VERSION" val="3.0"/>
  <p:tag name="KSO_WM_BEAUTIFY_FLAG" val="#wm#"/>
  <p:tag name="KSO_WM_UNIT_TYPE" val="i"/>
  <p:tag name="KSO_WM_UNIT_INDEX" val="3"/>
  <p:tag name="KSO_WM_UNIT_LINE_FORE_SCHEMECOLOR_INDEX" val="5"/>
  <p:tag name="KSO_WM_UNIT_TEXT_FILL_FORE_SCHEMECOLOR_INDEX" val="2"/>
  <p:tag name="KSO_WM_UNIT_TEXT_FILL_TYPE" val="1"/>
  <p:tag name="KSO_WM_UNIT_USESOURCEFORMAT_APPLY" val="1"/>
</p:tagLst>
</file>

<file path=ppt/tags/tag42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70_2*l_h_f*1_1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您的智能图形项正文，文字是您思想的提炼，请尽量言简意赅的阐述观点"/>
  <p:tag name="KSO_WM_UNIT_USESOURCEFORMAT_APPLY" val="1"/>
</p:tagLst>
</file>

<file path=ppt/tags/tag42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70_2*l_h_a*1_1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42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70_2*l_h_f*1_3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智能图形项正文，文字是您思想的提炼，请尽量言简意赅的阐述观点"/>
  <p:tag name="KSO_WM_UNIT_USESOURCEFORMAT_APPLY" val="1"/>
</p:tagLst>
</file>

<file path=ppt/tags/tag42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70_2*l_h_a*1_3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42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3170_2*l_h_f*1_5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FILL_TYPE" val="1"/>
  <p:tag name="KSO_WM_UNIT_TEXT_TYPE" val="1"/>
  <p:tag name="KSO_WM_UNIT_TEXT_LAYER_COUNT" val="1"/>
  <p:tag name="KSO_WM_BEAUTIFY_FLAG" val="#wm#"/>
  <p:tag name="KSO_WM_UNIT_PRESET_TEXT" val="单击输入您的智能图形项正文内容，文字是您思想的提炼，请尽量言简意赅的阐述观点"/>
  <p:tag name="KSO_WM_UNIT_USESOURCEFORMAT_APPLY" val="1"/>
</p:tagLst>
</file>

<file path=ppt/tags/tag42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3170_2*l_h_a*1_5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FILL_TYPE" val="1"/>
  <p:tag name="KSO_WM_UNIT_TEXT_TYPE" val="1"/>
  <p:tag name="KSO_WM_BEAUTIFY_FLAG" val="#wm#"/>
  <p:tag name="KSO_WM_UNIT_PRESET_TEXT" val="此处添加项标题"/>
  <p:tag name="KSO_WM_UNIT_USESOURCEFORMAT_APPLY" val="1"/>
</p:tagLst>
</file>

<file path=ppt/tags/tag42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70_2*l_h_f*1_2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TYPE" val="1"/>
  <p:tag name="KSO_WM_UNIT_TEXT_LAYER_COUNT" val="1"/>
  <p:tag name="KSO_WM_BEAUTIFY_FLAG" val="#wm#"/>
  <p:tag name="KSO_WM_UNIT_PRESET_TEXT" val="单击此处输入您的智能图形项正文，文字是您思想的提炼，请尽量言简意赅的阐述观点"/>
  <p:tag name="KSO_WM_UNIT_TEXT_FILL_FORE_SCHEMECOLOR_INDEX" val="1"/>
  <p:tag name="KSO_WM_UNIT_TEXT_FILL_TYPE" val="1"/>
  <p:tag name="KSO_WM_UNIT_USESOURCEFORMAT_APPLY" val="1"/>
</p:tagLst>
</file>

<file path=ppt/tags/tag43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70_2*l_h_a*1_2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BEAUTIFY_FLAG" val="#wm#"/>
  <p:tag name="KSO_WM_UNIT_PRESET_TEXT" val="此处添加项标题"/>
  <p:tag name="KSO_WM_UNIT_TEXT_FILL_FORE_SCHEMECOLOR_INDEX" val="1"/>
  <p:tag name="KSO_WM_UNIT_TEXT_FILL_TYPE" val="1"/>
  <p:tag name="KSO_WM_UNIT_USESOURCEFORMAT_APPLY" val="1"/>
</p:tagLst>
</file>

<file path=ppt/tags/tag43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170_2*l_h_f*1_4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2"/>
  <p:tag name="KSO_WM_UNIT_TEXT_TYPE" val="1"/>
  <p:tag name="KSO_WM_UNIT_TEXT_LAYER_COUNT" val="1"/>
  <p:tag name="KSO_WM_BEAUTIFY_FLAG" val="#wm#"/>
  <p:tag name="KSO_WM_UNIT_PRESET_TEXT" val="单击此处输入智能图形项正文具体内容，文字是您思想的提炼，请尽量言简意赅的阐述观点"/>
  <p:tag name="KSO_WM_UNIT_TEXT_FILL_FORE_SCHEMECOLOR_INDEX" val="1"/>
  <p:tag name="KSO_WM_UNIT_TEXT_FILL_TYPE" val="1"/>
  <p:tag name="KSO_WM_UNIT_USESOURCEFORMAT_APPLY" val="1"/>
</p:tagLst>
</file>

<file path=ppt/tags/tag43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70_2*l_h_a*1_4_1"/>
  <p:tag name="KSO_WM_TEMPLATE_CATEGORY" val="diagram"/>
  <p:tag name="KSO_WM_TEMPLATE_INDEX" val="20233170"/>
  <p:tag name="KSO_WM_UNIT_LAYERLEVEL" val="1_1_1"/>
  <p:tag name="KSO_WM_TAG_VERSION" val="3.0"/>
  <p:tag name="KSO_WM_DIAGRAM_MAX_ITEMCNT" val="6"/>
  <p:tag name="KSO_WM_DIAGRAM_MIN_ITEMCNT" val="4"/>
  <p:tag name="KSO_WM_DIAGRAM_VIRTUALLY_FRAME" val="{&quot;height&quot;:393.02539462331345,&quot;left&quot;:113.2,&quot;top&quot;:135.41295183337954,&quot;width&quot;:73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BEAUTIFY_FLAG" val="#wm#"/>
  <p:tag name="KSO_WM_UNIT_PRESET_TEXT" val="此处添加项标题"/>
  <p:tag name="KSO_WM_UNIT_TEXT_FILL_FORE_SCHEMECOLOR_INDEX" val="1"/>
  <p:tag name="KSO_WM_UNIT_TEXT_FILL_TYPE" val="1"/>
  <p:tag name="KSO_WM_UNIT_USESOURCEFORMAT_APPLY" val="1"/>
</p:tagLst>
</file>

<file path=ppt/tags/tag433.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33278"/>
  <p:tag name="KSO_WM_TEMPLATE_SUBCATEGORY" val="0"/>
  <p:tag name="KSO_WM_SLIDE_INDEX" val="1"/>
  <p:tag name="KSO_WM_TAG_VERSION" val="3.0"/>
  <p:tag name="KSO_WM_SLIDE_ID" val="custom20233278_1"/>
  <p:tag name="KSO_WM_SLIDE_ITEM_CNT" val="6"/>
  <p:tag name="KSO_WM_SLIDE_SOURCE" val="WPPAIGenerateSlide"/>
</p:tagLst>
</file>

<file path=ppt/tags/tag434.xml><?xml version="1.0" encoding="utf-8"?>
<p:tagLst xmlns:p="http://schemas.openxmlformats.org/presentationml/2006/main">
  <p:tag name="KSO_WM_UNIT_TYPE" val="a"/>
  <p:tag name="KSO_WM_UNIT_INDEX" val="1"/>
  <p:tag name="KSO_WM_BEAUTIFY_FLAG" val="#wm#"/>
  <p:tag name="KSO_WM_TAG_VERSION" val="3.0"/>
  <p:tag name="KSO_WM_UNIT_ID" val="custom20236801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Lst>
</file>

<file path=ppt/tags/tag435.xml><?xml version="1.0" encoding="utf-8"?>
<p:tagLst xmlns:p="http://schemas.openxmlformats.org/presentationml/2006/main">
  <p:tag name="KSO_WM_UNIT_TYPE" val="b"/>
  <p:tag name="KSO_WM_UNIT_INDEX" val="1"/>
  <p:tag name="KSO_WM_BEAUTIFY_FLAG" val="#wm#"/>
  <p:tag name="KSO_WM_TAG_VERSION" val="3.0"/>
  <p:tag name="KSO_WM_UNIT_ID" val="custom20236801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ISCONTENTSTITLE" val="0"/>
</p:tagLst>
</file>

<file path=ppt/tags/tag436.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ID" val="custom20236801_9*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Lst>
</file>

<file path=ppt/tags/tag437.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ID" val="custom20236801_9*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Lst>
</file>

<file path=ppt/tags/tag43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6801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801"/>
  <p:tag name="KSO_WM_TEMPLATE_CATEGORY" val="custom"/>
  <p:tag name="KSO_WM_UNIT_TEXT_LAYER_COUNT" val="1"/>
</p:tagLst>
</file>

<file path=ppt/tags/tag439.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6801"/>
  <p:tag name="KSO_WM_TEMPLATE_CATEGORY" val="custom"/>
  <p:tag name="KSO_WM_SLIDE_INDEX" val="9"/>
  <p:tag name="KSO_WM_SLIDE_ID" val="custom20236801_9"/>
  <p:tag name="KSO_WM_TEMPLATE_MASTER_TYPE" val="0"/>
  <p:tag name="KSO_WM_SLIDE_LAYOUT" val="a_b_f"/>
  <p:tag name="KSO_WM_SLIDE_LAYOUT_CNT" val="1_1_3"/>
  <p:tag name="KSO_WM_SLIDE_THEME_ID" val="3402803"/>
  <p:tag name="KSO_WM_SLIDE_THEME_NAME" val="简约风教育教学毕业答辩"/>
</p:tagLst>
</file>

<file path=ppt/tags/tag440.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教育教学毕业答辩">
  <a:themeElements>
    <a:clrScheme name="自定义 419">
      <a:dk1>
        <a:sysClr val="windowText" lastClr="000000"/>
      </a:dk1>
      <a:lt1>
        <a:sysClr val="window" lastClr="FFFFFF"/>
      </a:lt1>
      <a:dk2>
        <a:srgbClr val="022144"/>
      </a:dk2>
      <a:lt2>
        <a:srgbClr val="F0F8FF"/>
      </a:lt2>
      <a:accent1>
        <a:srgbClr val="056EE1"/>
      </a:accent1>
      <a:accent2>
        <a:srgbClr val="F8AA5C"/>
      </a:accent2>
      <a:accent3>
        <a:srgbClr val="FA9E82"/>
      </a:accent3>
      <a:accent4>
        <a:srgbClr val="88C2FC"/>
      </a:accent4>
      <a:accent5>
        <a:srgbClr val="88A4FC"/>
      </a:accent5>
      <a:accent6>
        <a:srgbClr val="A488FC"/>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4171</Words>
  <Application>WPS 演示</Application>
  <PresentationFormat>宽屏</PresentationFormat>
  <Paragraphs>413</Paragraphs>
  <Slides>23</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23</vt:i4>
      </vt:variant>
    </vt:vector>
  </HeadingPairs>
  <TitlesOfParts>
    <vt:vector size="33" baseType="lpstr">
      <vt:lpstr>Arial</vt:lpstr>
      <vt:lpstr>宋体</vt:lpstr>
      <vt:lpstr>Wingdings</vt:lpstr>
      <vt:lpstr>Wingdings</vt:lpstr>
      <vt:lpstr>微软雅黑</vt:lpstr>
      <vt:lpstr>Arial Unicode MS</vt:lpstr>
      <vt:lpstr>Calibri</vt:lpstr>
      <vt:lpstr>MiSans Normal</vt:lpstr>
      <vt:lpstr>WPS</vt:lpstr>
      <vt:lpstr>简约风教育教学毕业答辩</vt:lpstr>
      <vt:lpstr>基于深度学习的短视频推送系统</vt:lpstr>
      <vt:lpstr>目录</vt:lpstr>
      <vt:lpstr>基于深度学习的推荐系统构建</vt:lpstr>
      <vt:lpstr>模型网络构建</vt:lpstr>
      <vt:lpstr>序列建模结合多模态的融合推荐模型：模型结构设计</vt:lpstr>
      <vt:lpstr>自注意力机制与用户行为序列分析</vt:lpstr>
      <vt:lpstr>序列与多模态特征处理及融合策略</vt:lpstr>
      <vt:lpstr>直接优化排序质量：遗忘曲线机制在推荐多样性中的应用</vt:lpstr>
      <vt:lpstr>多目标排序优化框架</vt:lpstr>
      <vt:lpstr>PowerPoint 演示文稿</vt:lpstr>
      <vt:lpstr>实验设计与结果分析</vt:lpstr>
      <vt:lpstr>实验环境与数据集：数据集介绍</vt:lpstr>
      <vt:lpstr>实验环境与数据集：数据集介绍</vt:lpstr>
      <vt:lpstr>实验环境与数据集：数据预处理流程</vt:lpstr>
      <vt:lpstr>实验设置：基线模型选择</vt:lpstr>
      <vt:lpstr>实验设置：训练与评估方法</vt:lpstr>
      <vt:lpstr>实验结果与分析</vt:lpstr>
      <vt:lpstr>系统设计与实现</vt:lpstr>
      <vt:lpstr>系统设计</vt:lpstr>
      <vt:lpstr>数据库设计：数据表的详细设计</vt:lpstr>
      <vt:lpstr>PowerPoint 演示文稿</vt:lpstr>
      <vt:lpstr>系统核心模块实现</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肖俏</cp:lastModifiedBy>
  <cp:revision>159</cp:revision>
  <dcterms:created xsi:type="dcterms:W3CDTF">2019-06-19T02:08:00Z</dcterms:created>
  <dcterms:modified xsi:type="dcterms:W3CDTF">2026-04-10T01:36:53Z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44E89354903D4EB39AE44FAE48310962_13</vt:lpwstr>
  </property>
</Properties>
</file>